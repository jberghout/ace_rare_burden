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3" r:id="rId8"/>
    <p:sldId id="264" r:id="rId9"/>
    <p:sldId id="265" r:id="rId10"/>
    <p:sldId id="266" r:id="rId11"/>
    <p:sldId id="262" r:id="rId12"/>
    <p:sldId id="270" r:id="rId13"/>
    <p:sldId id="268" r:id="rId14"/>
    <p:sldId id="279" r:id="rId15"/>
    <p:sldId id="267" r:id="rId16"/>
    <p:sldId id="278" r:id="rId17"/>
    <p:sldId id="269" r:id="rId18"/>
    <p:sldId id="271" r:id="rId19"/>
    <p:sldId id="280" r:id="rId20"/>
    <p:sldId id="281" r:id="rId21"/>
    <p:sldId id="274" r:id="rId22"/>
    <p:sldId id="276" r:id="rId23"/>
    <p:sldId id="275" r:id="rId24"/>
    <p:sldId id="277"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B5CF7"/>
    <a:srgbClr val="F69E0B"/>
    <a:srgbClr val="2463EB"/>
    <a:srgbClr val="CCD3D8"/>
    <a:srgbClr val="E7EB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0942BD-911A-7E43-A463-4FF47B129E53}" v="264" dt="2026-09-07T20:40:43.98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870"/>
    <p:restoredTop sz="94630"/>
  </p:normalViewPr>
  <p:slideViewPr>
    <p:cSldViewPr snapToGrid="0">
      <p:cViewPr>
        <p:scale>
          <a:sx n="90" d="100"/>
          <a:sy n="90" d="100"/>
        </p:scale>
        <p:origin x="1928" y="688"/>
      </p:cViewPr>
      <p:guideLst/>
    </p:cSldViewPr>
  </p:slideViewPr>
  <p:notesTextViewPr>
    <p:cViewPr>
      <p:scale>
        <a:sx n="60" d="100"/>
        <a:sy n="6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rghout, Joanne (NIH/NIAID) [C]" userId="d15a409a-f0dc-40cf-9c9a-c9d1b560d691" providerId="ADAL" clId="{E210CFC5-4787-5C38-A1C3-4E97A256CBFC}"/>
    <pc:docChg chg="undo custSel addSld modSld sldOrd">
      <pc:chgData name="Berghout, Joanne (NIH/NIAID) [C]" userId="d15a409a-f0dc-40cf-9c9a-c9d1b560d691" providerId="ADAL" clId="{E210CFC5-4787-5C38-A1C3-4E97A256CBFC}" dt="2026-09-04T20:40:02.280" v="4562"/>
      <pc:docMkLst>
        <pc:docMk/>
      </pc:docMkLst>
      <pc:sldChg chg="modSp mod">
        <pc:chgData name="Berghout, Joanne (NIH/NIAID) [C]" userId="d15a409a-f0dc-40cf-9c9a-c9d1b560d691" providerId="ADAL" clId="{E210CFC5-4787-5C38-A1C3-4E97A256CBFC}" dt="2026-09-04T19:05:14.444" v="3066" actId="20577"/>
        <pc:sldMkLst>
          <pc:docMk/>
          <pc:sldMk cId="3879747267" sldId="257"/>
        </pc:sldMkLst>
        <pc:spChg chg="mod">
          <ac:chgData name="Berghout, Joanne (NIH/NIAID) [C]" userId="d15a409a-f0dc-40cf-9c9a-c9d1b560d691" providerId="ADAL" clId="{E210CFC5-4787-5C38-A1C3-4E97A256CBFC}" dt="2026-09-04T19:05:14.444" v="3066" actId="20577"/>
          <ac:spMkLst>
            <pc:docMk/>
            <pc:sldMk cId="3879747267" sldId="257"/>
            <ac:spMk id="3" creationId="{C4771F10-62DA-DA11-0D10-8992BC1C5360}"/>
          </ac:spMkLst>
        </pc:spChg>
      </pc:sldChg>
      <pc:sldChg chg="modSp mod">
        <pc:chgData name="Berghout, Joanne (NIH/NIAID) [C]" userId="d15a409a-f0dc-40cf-9c9a-c9d1b560d691" providerId="ADAL" clId="{E210CFC5-4787-5C38-A1C3-4E97A256CBFC}" dt="2026-09-03T02:59:43.001" v="5" actId="14100"/>
        <pc:sldMkLst>
          <pc:docMk/>
          <pc:sldMk cId="2924442323" sldId="258"/>
        </pc:sldMkLst>
        <pc:spChg chg="mod">
          <ac:chgData name="Berghout, Joanne (NIH/NIAID) [C]" userId="d15a409a-f0dc-40cf-9c9a-c9d1b560d691" providerId="ADAL" clId="{E210CFC5-4787-5C38-A1C3-4E97A256CBFC}" dt="2026-09-03T02:59:43.001" v="5" actId="14100"/>
          <ac:spMkLst>
            <pc:docMk/>
            <pc:sldMk cId="2924442323" sldId="258"/>
            <ac:spMk id="2" creationId="{216D8A87-5620-D263-1AE7-6205EAD15594}"/>
          </ac:spMkLst>
        </pc:spChg>
      </pc:sldChg>
      <pc:sldChg chg="modSp mod">
        <pc:chgData name="Berghout, Joanne (NIH/NIAID) [C]" userId="d15a409a-f0dc-40cf-9c9a-c9d1b560d691" providerId="ADAL" clId="{E210CFC5-4787-5C38-A1C3-4E97A256CBFC}" dt="2026-09-03T02:12:21.420" v="4" actId="14100"/>
        <pc:sldMkLst>
          <pc:docMk/>
          <pc:sldMk cId="2418273379" sldId="260"/>
        </pc:sldMkLst>
        <pc:spChg chg="mod">
          <ac:chgData name="Berghout, Joanne (NIH/NIAID) [C]" userId="d15a409a-f0dc-40cf-9c9a-c9d1b560d691" providerId="ADAL" clId="{E210CFC5-4787-5C38-A1C3-4E97A256CBFC}" dt="2026-09-03T02:12:21.420" v="4" actId="14100"/>
          <ac:spMkLst>
            <pc:docMk/>
            <pc:sldMk cId="2418273379" sldId="260"/>
            <ac:spMk id="3" creationId="{D8B5EE4D-BAA1-B32A-5E55-B45BB98716C5}"/>
          </ac:spMkLst>
        </pc:spChg>
      </pc:sldChg>
      <pc:sldChg chg="addSp delSp modSp mod ord modAnim">
        <pc:chgData name="Berghout, Joanne (NIH/NIAID) [C]" userId="d15a409a-f0dc-40cf-9c9a-c9d1b560d691" providerId="ADAL" clId="{E210CFC5-4787-5C38-A1C3-4E97A256CBFC}" dt="2026-09-04T19:04:47.415" v="3004" actId="20578"/>
        <pc:sldMkLst>
          <pc:docMk/>
          <pc:sldMk cId="2238211212" sldId="261"/>
        </pc:sldMkLst>
        <pc:spChg chg="mod">
          <ac:chgData name="Berghout, Joanne (NIH/NIAID) [C]" userId="d15a409a-f0dc-40cf-9c9a-c9d1b560d691" providerId="ADAL" clId="{E210CFC5-4787-5C38-A1C3-4E97A256CBFC}" dt="2026-09-04T13:22:45.819" v="161" actId="20577"/>
          <ac:spMkLst>
            <pc:docMk/>
            <pc:sldMk cId="2238211212" sldId="261"/>
            <ac:spMk id="2" creationId="{B8E0D702-CD10-4ED8-F12B-A1602CD9CF1A}"/>
          </ac:spMkLst>
        </pc:spChg>
        <pc:spChg chg="add mod">
          <ac:chgData name="Berghout, Joanne (NIH/NIAID) [C]" userId="d15a409a-f0dc-40cf-9c9a-c9d1b560d691" providerId="ADAL" clId="{E210CFC5-4787-5C38-A1C3-4E97A256CBFC}" dt="2026-09-04T13:22:16.452" v="110" actId="1037"/>
          <ac:spMkLst>
            <pc:docMk/>
            <pc:sldMk cId="2238211212" sldId="261"/>
            <ac:spMk id="3" creationId="{2D583E1E-D277-1F78-1E89-BC714B4EAB0D}"/>
          </ac:spMkLst>
        </pc:spChg>
        <pc:spChg chg="add mod">
          <ac:chgData name="Berghout, Joanne (NIH/NIAID) [C]" userId="d15a409a-f0dc-40cf-9c9a-c9d1b560d691" providerId="ADAL" clId="{E210CFC5-4787-5C38-A1C3-4E97A256CBFC}" dt="2026-09-04T13:15:53.027" v="89" actId="20577"/>
          <ac:spMkLst>
            <pc:docMk/>
            <pc:sldMk cId="2238211212" sldId="261"/>
            <ac:spMk id="6" creationId="{A0EA6BB8-8DE9-BB5F-150E-6EB3CFFF9668}"/>
          </ac:spMkLst>
        </pc:spChg>
        <pc:spChg chg="add mod">
          <ac:chgData name="Berghout, Joanne (NIH/NIAID) [C]" userId="d15a409a-f0dc-40cf-9c9a-c9d1b560d691" providerId="ADAL" clId="{E210CFC5-4787-5C38-A1C3-4E97A256CBFC}" dt="2026-09-04T13:16:17.470" v="99" actId="1036"/>
          <ac:spMkLst>
            <pc:docMk/>
            <pc:sldMk cId="2238211212" sldId="261"/>
            <ac:spMk id="7" creationId="{0E5E53A4-314C-35F3-5CBE-02B1BC3CC4EA}"/>
          </ac:spMkLst>
        </pc:spChg>
        <pc:spChg chg="add mod">
          <ac:chgData name="Berghout, Joanne (NIH/NIAID) [C]" userId="d15a409a-f0dc-40cf-9c9a-c9d1b560d691" providerId="ADAL" clId="{E210CFC5-4787-5C38-A1C3-4E97A256CBFC}" dt="2026-09-04T15:32:39.899" v="1629" actId="20577"/>
          <ac:spMkLst>
            <pc:docMk/>
            <pc:sldMk cId="2238211212" sldId="261"/>
            <ac:spMk id="8" creationId="{A9D9BCFB-A01F-B354-439A-541AA0895970}"/>
          </ac:spMkLst>
        </pc:spChg>
        <pc:spChg chg="add mod">
          <ac:chgData name="Berghout, Joanne (NIH/NIAID) [C]" userId="d15a409a-f0dc-40cf-9c9a-c9d1b560d691" providerId="ADAL" clId="{E210CFC5-4787-5C38-A1C3-4E97A256CBFC}" dt="2026-09-04T15:32:19.009" v="1623" actId="1076"/>
          <ac:spMkLst>
            <pc:docMk/>
            <pc:sldMk cId="2238211212" sldId="261"/>
            <ac:spMk id="10" creationId="{83E4A61F-6B2F-D79E-D6D2-C387FA44088E}"/>
          </ac:spMkLst>
        </pc:spChg>
        <pc:picChg chg="add mod modCrop">
          <ac:chgData name="Berghout, Joanne (NIH/NIAID) [C]" userId="d15a409a-f0dc-40cf-9c9a-c9d1b560d691" providerId="ADAL" clId="{E210CFC5-4787-5C38-A1C3-4E97A256CBFC}" dt="2026-09-03T19:21:32.290" v="76" actId="1076"/>
          <ac:picMkLst>
            <pc:docMk/>
            <pc:sldMk cId="2238211212" sldId="261"/>
            <ac:picMk id="5" creationId="{8421E832-A6F9-D111-222C-BD3EC3BE02D0}"/>
          </ac:picMkLst>
        </pc:picChg>
      </pc:sldChg>
      <pc:sldChg chg="modSp new mod">
        <pc:chgData name="Berghout, Joanne (NIH/NIAID) [C]" userId="d15a409a-f0dc-40cf-9c9a-c9d1b560d691" providerId="ADAL" clId="{E210CFC5-4787-5C38-A1C3-4E97A256CBFC}" dt="2026-09-04T15:34:46.167" v="1670" actId="21"/>
        <pc:sldMkLst>
          <pc:docMk/>
          <pc:sldMk cId="3914993908" sldId="262"/>
        </pc:sldMkLst>
        <pc:spChg chg="mod">
          <ac:chgData name="Berghout, Joanne (NIH/NIAID) [C]" userId="d15a409a-f0dc-40cf-9c9a-c9d1b560d691" providerId="ADAL" clId="{E210CFC5-4787-5C38-A1C3-4E97A256CBFC}" dt="2026-09-04T14:19:49.435" v="795" actId="114"/>
          <ac:spMkLst>
            <pc:docMk/>
            <pc:sldMk cId="3914993908" sldId="262"/>
            <ac:spMk id="2" creationId="{50B64EC3-1F3F-1BB3-3D55-E26BD2B996B7}"/>
          </ac:spMkLst>
        </pc:spChg>
        <pc:spChg chg="mod">
          <ac:chgData name="Berghout, Joanne (NIH/NIAID) [C]" userId="d15a409a-f0dc-40cf-9c9a-c9d1b560d691" providerId="ADAL" clId="{E210CFC5-4787-5C38-A1C3-4E97A256CBFC}" dt="2026-09-04T15:34:46.167" v="1670" actId="21"/>
          <ac:spMkLst>
            <pc:docMk/>
            <pc:sldMk cId="3914993908" sldId="262"/>
            <ac:spMk id="3" creationId="{9EBDB964-085F-F084-CBBA-C59CE2FE9A60}"/>
          </ac:spMkLst>
        </pc:spChg>
      </pc:sldChg>
      <pc:sldChg chg="addSp delSp modSp add mod modAnim">
        <pc:chgData name="Berghout, Joanne (NIH/NIAID) [C]" userId="d15a409a-f0dc-40cf-9c9a-c9d1b560d691" providerId="ADAL" clId="{E210CFC5-4787-5C38-A1C3-4E97A256CBFC}" dt="2026-09-04T19:35:06.777" v="3115" actId="113"/>
        <pc:sldMkLst>
          <pc:docMk/>
          <pc:sldMk cId="435715574" sldId="263"/>
        </pc:sldMkLst>
        <pc:spChg chg="mod">
          <ac:chgData name="Berghout, Joanne (NIH/NIAID) [C]" userId="d15a409a-f0dc-40cf-9c9a-c9d1b560d691" providerId="ADAL" clId="{E210CFC5-4787-5C38-A1C3-4E97A256CBFC}" dt="2026-09-04T19:33:17.469" v="3077" actId="20577"/>
          <ac:spMkLst>
            <pc:docMk/>
            <pc:sldMk cId="435715574" sldId="263"/>
            <ac:spMk id="8" creationId="{34AE47A4-551F-75E8-AB52-343170612049}"/>
          </ac:spMkLst>
        </pc:spChg>
        <pc:spChg chg="add mod">
          <ac:chgData name="Berghout, Joanne (NIH/NIAID) [C]" userId="d15a409a-f0dc-40cf-9c9a-c9d1b560d691" providerId="ADAL" clId="{E210CFC5-4787-5C38-A1C3-4E97A256CBFC}" dt="2026-09-04T16:06:24.904" v="2012" actId="1076"/>
          <ac:spMkLst>
            <pc:docMk/>
            <pc:sldMk cId="435715574" sldId="263"/>
            <ac:spMk id="9" creationId="{8749C1D6-A13A-41C2-533C-BBF6171F58C8}"/>
          </ac:spMkLst>
        </pc:spChg>
        <pc:spChg chg="add mod">
          <ac:chgData name="Berghout, Joanne (NIH/NIAID) [C]" userId="d15a409a-f0dc-40cf-9c9a-c9d1b560d691" providerId="ADAL" clId="{E210CFC5-4787-5C38-A1C3-4E97A256CBFC}" dt="2026-09-04T15:54:45.491" v="1978" actId="1035"/>
          <ac:spMkLst>
            <pc:docMk/>
            <pc:sldMk cId="435715574" sldId="263"/>
            <ac:spMk id="53" creationId="{4605F34B-D9EE-972D-2D12-FA8C4D5FA889}"/>
          </ac:spMkLst>
        </pc:spChg>
        <pc:spChg chg="add mod">
          <ac:chgData name="Berghout, Joanne (NIH/NIAID) [C]" userId="d15a409a-f0dc-40cf-9c9a-c9d1b560d691" providerId="ADAL" clId="{E210CFC5-4787-5C38-A1C3-4E97A256CBFC}" dt="2026-09-04T15:54:45.491" v="1978" actId="1035"/>
          <ac:spMkLst>
            <pc:docMk/>
            <pc:sldMk cId="435715574" sldId="263"/>
            <ac:spMk id="54" creationId="{B3CDC8A7-3D21-47DD-EFF4-FEA249327E4E}"/>
          </ac:spMkLst>
        </pc:spChg>
        <pc:spChg chg="add mod">
          <ac:chgData name="Berghout, Joanne (NIH/NIAID) [C]" userId="d15a409a-f0dc-40cf-9c9a-c9d1b560d691" providerId="ADAL" clId="{E210CFC5-4787-5C38-A1C3-4E97A256CBFC}" dt="2026-09-04T15:54:45.491" v="1978" actId="1035"/>
          <ac:spMkLst>
            <pc:docMk/>
            <pc:sldMk cId="435715574" sldId="263"/>
            <ac:spMk id="55" creationId="{67B0997A-092E-6076-E041-6BE4885AF5A2}"/>
          </ac:spMkLst>
        </pc:spChg>
        <pc:spChg chg="add mod">
          <ac:chgData name="Berghout, Joanne (NIH/NIAID) [C]" userId="d15a409a-f0dc-40cf-9c9a-c9d1b560d691" providerId="ADAL" clId="{E210CFC5-4787-5C38-A1C3-4E97A256CBFC}" dt="2026-09-04T15:54:45.491" v="1978" actId="1035"/>
          <ac:spMkLst>
            <pc:docMk/>
            <pc:sldMk cId="435715574" sldId="263"/>
            <ac:spMk id="59" creationId="{72D34346-F116-DE28-7044-6F305FA953BE}"/>
          </ac:spMkLst>
        </pc:spChg>
        <pc:spChg chg="add mod">
          <ac:chgData name="Berghout, Joanne (NIH/NIAID) [C]" userId="d15a409a-f0dc-40cf-9c9a-c9d1b560d691" providerId="ADAL" clId="{E210CFC5-4787-5C38-A1C3-4E97A256CBFC}" dt="2026-09-04T15:54:45.491" v="1978" actId="1035"/>
          <ac:spMkLst>
            <pc:docMk/>
            <pc:sldMk cId="435715574" sldId="263"/>
            <ac:spMk id="60" creationId="{06EC69AB-3320-32FB-ECCD-6A565791CC10}"/>
          </ac:spMkLst>
        </pc:spChg>
        <pc:spChg chg="add mod">
          <ac:chgData name="Berghout, Joanne (NIH/NIAID) [C]" userId="d15a409a-f0dc-40cf-9c9a-c9d1b560d691" providerId="ADAL" clId="{E210CFC5-4787-5C38-A1C3-4E97A256CBFC}" dt="2026-09-04T19:33:36.709" v="3110" actId="1035"/>
          <ac:spMkLst>
            <pc:docMk/>
            <pc:sldMk cId="435715574" sldId="263"/>
            <ac:spMk id="65" creationId="{1BC56794-7562-E78B-2B19-1D6F299CE7EC}"/>
          </ac:spMkLst>
        </pc:spChg>
        <pc:spChg chg="add mod">
          <ac:chgData name="Berghout, Joanne (NIH/NIAID) [C]" userId="d15a409a-f0dc-40cf-9c9a-c9d1b560d691" providerId="ADAL" clId="{E210CFC5-4787-5C38-A1C3-4E97A256CBFC}" dt="2026-09-04T19:35:06.777" v="3115" actId="113"/>
          <ac:spMkLst>
            <pc:docMk/>
            <pc:sldMk cId="435715574" sldId="263"/>
            <ac:spMk id="68" creationId="{2ACFA3F4-7DB1-8EA7-6DF8-52DC6E39BD5E}"/>
          </ac:spMkLst>
        </pc:spChg>
        <pc:spChg chg="add mod">
          <ac:chgData name="Berghout, Joanne (NIH/NIAID) [C]" userId="d15a409a-f0dc-40cf-9c9a-c9d1b560d691" providerId="ADAL" clId="{E210CFC5-4787-5C38-A1C3-4E97A256CBFC}" dt="2026-09-04T16:07:17.209" v="2017" actId="1076"/>
          <ac:spMkLst>
            <pc:docMk/>
            <pc:sldMk cId="435715574" sldId="263"/>
            <ac:spMk id="69" creationId="{620F8AC3-CBE0-66DD-67ED-118F30680325}"/>
          </ac:spMkLst>
        </pc:spChg>
        <pc:spChg chg="add mod">
          <ac:chgData name="Berghout, Joanne (NIH/NIAID) [C]" userId="d15a409a-f0dc-40cf-9c9a-c9d1b560d691" providerId="ADAL" clId="{E210CFC5-4787-5C38-A1C3-4E97A256CBFC}" dt="2026-09-04T16:07:54.760" v="2075" actId="14100"/>
          <ac:spMkLst>
            <pc:docMk/>
            <pc:sldMk cId="435715574" sldId="263"/>
            <ac:spMk id="70" creationId="{18889B6D-CFD1-E8AF-1BA1-69D1FD4CAA38}"/>
          </ac:spMkLst>
        </pc:spChg>
        <pc:picChg chg="add mod">
          <ac:chgData name="Berghout, Joanne (NIH/NIAID) [C]" userId="d15a409a-f0dc-40cf-9c9a-c9d1b560d691" providerId="ADAL" clId="{E210CFC5-4787-5C38-A1C3-4E97A256CBFC}" dt="2026-09-04T16:06:24.904" v="2012" actId="1076"/>
          <ac:picMkLst>
            <pc:docMk/>
            <pc:sldMk cId="435715574" sldId="263"/>
            <ac:picMk id="4" creationId="{B838824C-07ED-2B6B-576C-D754883DCA82}"/>
          </ac:picMkLst>
        </pc:picChg>
        <pc:picChg chg="add mod">
          <ac:chgData name="Berghout, Joanne (NIH/NIAID) [C]" userId="d15a409a-f0dc-40cf-9c9a-c9d1b560d691" providerId="ADAL" clId="{E210CFC5-4787-5C38-A1C3-4E97A256CBFC}" dt="2026-09-04T15:43:36.246" v="1855" actId="1076"/>
          <ac:picMkLst>
            <pc:docMk/>
            <pc:sldMk cId="435715574" sldId="263"/>
            <ac:picMk id="11" creationId="{B0CE05A8-6800-1DB6-D039-0A3EDDC4738D}"/>
          </ac:picMkLst>
        </pc:picChg>
        <pc:picChg chg="add mod">
          <ac:chgData name="Berghout, Joanne (NIH/NIAID) [C]" userId="d15a409a-f0dc-40cf-9c9a-c9d1b560d691" providerId="ADAL" clId="{E210CFC5-4787-5C38-A1C3-4E97A256CBFC}" dt="2026-09-04T15:54:45.491" v="1978" actId="1035"/>
          <ac:picMkLst>
            <pc:docMk/>
            <pc:sldMk cId="435715574" sldId="263"/>
            <ac:picMk id="13" creationId="{7C7103C9-68F6-2D9B-0F2B-EC52E9249AC3}"/>
          </ac:picMkLst>
        </pc:picChg>
        <pc:picChg chg="add mod">
          <ac:chgData name="Berghout, Joanne (NIH/NIAID) [C]" userId="d15a409a-f0dc-40cf-9c9a-c9d1b560d691" providerId="ADAL" clId="{E210CFC5-4787-5C38-A1C3-4E97A256CBFC}" dt="2026-09-04T15:46:42.812" v="1925" actId="1037"/>
          <ac:picMkLst>
            <pc:docMk/>
            <pc:sldMk cId="435715574" sldId="263"/>
            <ac:picMk id="15" creationId="{5C4E283A-44A9-6B8E-EF09-962035B9BEDB}"/>
          </ac:picMkLst>
        </pc:picChg>
        <pc:picChg chg="add mod">
          <ac:chgData name="Berghout, Joanne (NIH/NIAID) [C]" userId="d15a409a-f0dc-40cf-9c9a-c9d1b560d691" providerId="ADAL" clId="{E210CFC5-4787-5C38-A1C3-4E97A256CBFC}" dt="2026-09-04T15:54:45.491" v="1978" actId="1035"/>
          <ac:picMkLst>
            <pc:docMk/>
            <pc:sldMk cId="435715574" sldId="263"/>
            <ac:picMk id="17" creationId="{F90CF5C2-63FB-DAFC-460D-C2229E40D15E}"/>
          </ac:picMkLst>
        </pc:picChg>
        <pc:picChg chg="add mod">
          <ac:chgData name="Berghout, Joanne (NIH/NIAID) [C]" userId="d15a409a-f0dc-40cf-9c9a-c9d1b560d691" providerId="ADAL" clId="{E210CFC5-4787-5C38-A1C3-4E97A256CBFC}" dt="2026-09-04T15:54:45.491" v="1978" actId="1035"/>
          <ac:picMkLst>
            <pc:docMk/>
            <pc:sldMk cId="435715574" sldId="263"/>
            <ac:picMk id="19" creationId="{01B5370B-ACF2-1233-D74A-6782EDFE4929}"/>
          </ac:picMkLst>
        </pc:picChg>
        <pc:picChg chg="add mod">
          <ac:chgData name="Berghout, Joanne (NIH/NIAID) [C]" userId="d15a409a-f0dc-40cf-9c9a-c9d1b560d691" providerId="ADAL" clId="{E210CFC5-4787-5C38-A1C3-4E97A256CBFC}" dt="2026-09-04T15:39:25.831" v="1818" actId="1076"/>
          <ac:picMkLst>
            <pc:docMk/>
            <pc:sldMk cId="435715574" sldId="263"/>
            <ac:picMk id="21" creationId="{FB5060CD-7202-52F3-5276-2CD4300CC2B4}"/>
          </ac:picMkLst>
        </pc:picChg>
        <pc:picChg chg="add mod">
          <ac:chgData name="Berghout, Joanne (NIH/NIAID) [C]" userId="d15a409a-f0dc-40cf-9c9a-c9d1b560d691" providerId="ADAL" clId="{E210CFC5-4787-5C38-A1C3-4E97A256CBFC}" dt="2026-09-04T15:40:28.200" v="1825" actId="1076"/>
          <ac:picMkLst>
            <pc:docMk/>
            <pc:sldMk cId="435715574" sldId="263"/>
            <ac:picMk id="26" creationId="{CF7E2321-0FC7-961D-DAB5-299757F349CB}"/>
          </ac:picMkLst>
        </pc:picChg>
        <pc:picChg chg="add mod">
          <ac:chgData name="Berghout, Joanne (NIH/NIAID) [C]" userId="d15a409a-f0dc-40cf-9c9a-c9d1b560d691" providerId="ADAL" clId="{E210CFC5-4787-5C38-A1C3-4E97A256CBFC}" dt="2026-09-04T15:54:45.491" v="1978" actId="1035"/>
          <ac:picMkLst>
            <pc:docMk/>
            <pc:sldMk cId="435715574" sldId="263"/>
            <ac:picMk id="28" creationId="{E63DE20C-0CD4-6DC7-68DB-E9ADFC2C813D}"/>
          </ac:picMkLst>
        </pc:picChg>
        <pc:picChg chg="add mod">
          <ac:chgData name="Berghout, Joanne (NIH/NIAID) [C]" userId="d15a409a-f0dc-40cf-9c9a-c9d1b560d691" providerId="ADAL" clId="{E210CFC5-4787-5C38-A1C3-4E97A256CBFC}" dt="2026-09-04T15:46:42.812" v="1925" actId="1037"/>
          <ac:picMkLst>
            <pc:docMk/>
            <pc:sldMk cId="435715574" sldId="263"/>
            <ac:picMk id="29" creationId="{AAA2918E-7F8D-512A-CE58-44801420B2F2}"/>
          </ac:picMkLst>
        </pc:picChg>
        <pc:picChg chg="add mod">
          <ac:chgData name="Berghout, Joanne (NIH/NIAID) [C]" userId="d15a409a-f0dc-40cf-9c9a-c9d1b560d691" providerId="ADAL" clId="{E210CFC5-4787-5C38-A1C3-4E97A256CBFC}" dt="2026-09-04T15:46:31.411" v="1914" actId="1037"/>
          <ac:picMkLst>
            <pc:docMk/>
            <pc:sldMk cId="435715574" sldId="263"/>
            <ac:picMk id="30" creationId="{406DAB73-C0AF-5DDC-C648-ED383D52EFD4}"/>
          </ac:picMkLst>
        </pc:picChg>
        <pc:picChg chg="add mod">
          <ac:chgData name="Berghout, Joanne (NIH/NIAID) [C]" userId="d15a409a-f0dc-40cf-9c9a-c9d1b560d691" providerId="ADAL" clId="{E210CFC5-4787-5C38-A1C3-4E97A256CBFC}" dt="2026-09-04T15:54:45.491" v="1978" actId="1035"/>
          <ac:picMkLst>
            <pc:docMk/>
            <pc:sldMk cId="435715574" sldId="263"/>
            <ac:picMk id="31" creationId="{185D0C35-EAC7-CFDF-2575-CE4ED9C043B1}"/>
          </ac:picMkLst>
        </pc:picChg>
        <pc:picChg chg="add mod modCrop">
          <ac:chgData name="Berghout, Joanne (NIH/NIAID) [C]" userId="d15a409a-f0dc-40cf-9c9a-c9d1b560d691" providerId="ADAL" clId="{E210CFC5-4787-5C38-A1C3-4E97A256CBFC}" dt="2026-09-04T19:33:36.709" v="3110" actId="1035"/>
          <ac:picMkLst>
            <pc:docMk/>
            <pc:sldMk cId="435715574" sldId="263"/>
            <ac:picMk id="64" creationId="{6AD5F190-C57E-F2A5-B141-78AD47D7EEE4}"/>
          </ac:picMkLst>
        </pc:picChg>
        <pc:cxnChg chg="add mod">
          <ac:chgData name="Berghout, Joanne (NIH/NIAID) [C]" userId="d15a409a-f0dc-40cf-9c9a-c9d1b560d691" providerId="ADAL" clId="{E210CFC5-4787-5C38-A1C3-4E97A256CBFC}" dt="2026-09-04T15:43:22.615" v="1849" actId="14100"/>
          <ac:cxnSpMkLst>
            <pc:docMk/>
            <pc:sldMk cId="435715574" sldId="263"/>
            <ac:cxnSpMk id="33" creationId="{1CD2BA75-B854-817F-7371-C734315C383E}"/>
          </ac:cxnSpMkLst>
        </pc:cxnChg>
        <pc:cxnChg chg="add mod">
          <ac:chgData name="Berghout, Joanne (NIH/NIAID) [C]" userId="d15a409a-f0dc-40cf-9c9a-c9d1b560d691" providerId="ADAL" clId="{E210CFC5-4787-5C38-A1C3-4E97A256CBFC}" dt="2026-09-04T15:46:38.022" v="1916" actId="14100"/>
          <ac:cxnSpMkLst>
            <pc:docMk/>
            <pc:sldMk cId="435715574" sldId="263"/>
            <ac:cxnSpMk id="37" creationId="{9A87C03B-E73C-C31E-B34A-218919DE90D1}"/>
          </ac:cxnSpMkLst>
        </pc:cxnChg>
        <pc:cxnChg chg="add mod">
          <ac:chgData name="Berghout, Joanne (NIH/NIAID) [C]" userId="d15a409a-f0dc-40cf-9c9a-c9d1b560d691" providerId="ADAL" clId="{E210CFC5-4787-5C38-A1C3-4E97A256CBFC}" dt="2026-09-04T15:46:45.478" v="1926" actId="14100"/>
          <ac:cxnSpMkLst>
            <pc:docMk/>
            <pc:sldMk cId="435715574" sldId="263"/>
            <ac:cxnSpMk id="40" creationId="{CFFC95AA-2CAF-FC04-768F-162D93735510}"/>
          </ac:cxnSpMkLst>
        </pc:cxnChg>
        <pc:cxnChg chg="add mod">
          <ac:chgData name="Berghout, Joanne (NIH/NIAID) [C]" userId="d15a409a-f0dc-40cf-9c9a-c9d1b560d691" providerId="ADAL" clId="{E210CFC5-4787-5C38-A1C3-4E97A256CBFC}" dt="2026-09-04T15:45:06.672" v="1870" actId="14100"/>
          <ac:cxnSpMkLst>
            <pc:docMk/>
            <pc:sldMk cId="435715574" sldId="263"/>
            <ac:cxnSpMk id="43" creationId="{B1AFBD40-4514-689F-E6EE-108F39D9BF60}"/>
          </ac:cxnSpMkLst>
        </pc:cxnChg>
        <pc:cxnChg chg="add mod">
          <ac:chgData name="Berghout, Joanne (NIH/NIAID) [C]" userId="d15a409a-f0dc-40cf-9c9a-c9d1b560d691" providerId="ADAL" clId="{E210CFC5-4787-5C38-A1C3-4E97A256CBFC}" dt="2026-09-04T15:47:37.649" v="1941" actId="14100"/>
          <ac:cxnSpMkLst>
            <pc:docMk/>
            <pc:sldMk cId="435715574" sldId="263"/>
            <ac:cxnSpMk id="50" creationId="{60418002-C15F-D03F-F54D-8C2619805054}"/>
          </ac:cxnSpMkLst>
        </pc:cxnChg>
      </pc:sldChg>
      <pc:sldChg chg="addSp delSp modSp new mod modAnim">
        <pc:chgData name="Berghout, Joanne (NIH/NIAID) [C]" userId="d15a409a-f0dc-40cf-9c9a-c9d1b560d691" providerId="ADAL" clId="{E210CFC5-4787-5C38-A1C3-4E97A256CBFC}" dt="2026-09-04T20:05:13.264" v="3148" actId="14100"/>
        <pc:sldMkLst>
          <pc:docMk/>
          <pc:sldMk cId="2419279497" sldId="264"/>
        </pc:sldMkLst>
        <pc:spChg chg="mod">
          <ac:chgData name="Berghout, Joanne (NIH/NIAID) [C]" userId="d15a409a-f0dc-40cf-9c9a-c9d1b560d691" providerId="ADAL" clId="{E210CFC5-4787-5C38-A1C3-4E97A256CBFC}" dt="2026-09-04T16:10:35.160" v="2348" actId="20577"/>
          <ac:spMkLst>
            <pc:docMk/>
            <pc:sldMk cId="2419279497" sldId="264"/>
            <ac:spMk id="2" creationId="{B4E7BFC6-2320-5975-D4D0-7DA3F8FBEBE6}"/>
          </ac:spMkLst>
        </pc:spChg>
        <pc:spChg chg="mod">
          <ac:chgData name="Berghout, Joanne (NIH/NIAID) [C]" userId="d15a409a-f0dc-40cf-9c9a-c9d1b560d691" providerId="ADAL" clId="{E210CFC5-4787-5C38-A1C3-4E97A256CBFC}" dt="2026-09-04T20:05:13.264" v="3148" actId="14100"/>
          <ac:spMkLst>
            <pc:docMk/>
            <pc:sldMk cId="2419279497" sldId="264"/>
            <ac:spMk id="3" creationId="{8D447861-E587-6E23-3B67-E4C42D1DE299}"/>
          </ac:spMkLst>
        </pc:spChg>
        <pc:spChg chg="add mod">
          <ac:chgData name="Berghout, Joanne (NIH/NIAID) [C]" userId="d15a409a-f0dc-40cf-9c9a-c9d1b560d691" providerId="ADAL" clId="{E210CFC5-4787-5C38-A1C3-4E97A256CBFC}" dt="2026-09-04T19:52:19.194" v="3125" actId="20577"/>
          <ac:spMkLst>
            <pc:docMk/>
            <pc:sldMk cId="2419279497" sldId="264"/>
            <ac:spMk id="7" creationId="{77589FA4-629F-05C4-D2AA-CB2D07758F54}"/>
          </ac:spMkLst>
        </pc:spChg>
      </pc:sldChg>
      <pc:sldChg chg="addSp delSp modSp new mod modAnim">
        <pc:chgData name="Berghout, Joanne (NIH/NIAID) [C]" userId="d15a409a-f0dc-40cf-9c9a-c9d1b560d691" providerId="ADAL" clId="{E210CFC5-4787-5C38-A1C3-4E97A256CBFC}" dt="2026-09-04T20:37:31.266" v="4557"/>
        <pc:sldMkLst>
          <pc:docMk/>
          <pc:sldMk cId="3478252784" sldId="265"/>
        </pc:sldMkLst>
        <pc:spChg chg="mod">
          <ac:chgData name="Berghout, Joanne (NIH/NIAID) [C]" userId="d15a409a-f0dc-40cf-9c9a-c9d1b560d691" providerId="ADAL" clId="{E210CFC5-4787-5C38-A1C3-4E97A256CBFC}" dt="2026-09-04T20:33:02.411" v="4477" actId="14100"/>
          <ac:spMkLst>
            <pc:docMk/>
            <pc:sldMk cId="3478252784" sldId="265"/>
            <ac:spMk id="2" creationId="{016CD58B-AF34-B9EE-7DAA-336338C0CE04}"/>
          </ac:spMkLst>
        </pc:spChg>
        <pc:spChg chg="add mod">
          <ac:chgData name="Berghout, Joanne (NIH/NIAID) [C]" userId="d15a409a-f0dc-40cf-9c9a-c9d1b560d691" providerId="ADAL" clId="{E210CFC5-4787-5C38-A1C3-4E97A256CBFC}" dt="2026-09-04T20:35:47.638" v="4543" actId="2085"/>
          <ac:spMkLst>
            <pc:docMk/>
            <pc:sldMk cId="3478252784" sldId="265"/>
            <ac:spMk id="5" creationId="{802AE483-7D7C-13D0-48B8-B678B7711FFD}"/>
          </ac:spMkLst>
        </pc:spChg>
        <pc:spChg chg="add mod">
          <ac:chgData name="Berghout, Joanne (NIH/NIAID) [C]" userId="d15a409a-f0dc-40cf-9c9a-c9d1b560d691" providerId="ADAL" clId="{E210CFC5-4787-5C38-A1C3-4E97A256CBFC}" dt="2026-09-04T20:35:47.638" v="4543" actId="2085"/>
          <ac:spMkLst>
            <pc:docMk/>
            <pc:sldMk cId="3478252784" sldId="265"/>
            <ac:spMk id="6" creationId="{4BAE5FA8-069F-867F-9AE0-3E87B521C125}"/>
          </ac:spMkLst>
        </pc:spChg>
        <pc:spChg chg="add mod">
          <ac:chgData name="Berghout, Joanne (NIH/NIAID) [C]" userId="d15a409a-f0dc-40cf-9c9a-c9d1b560d691" providerId="ADAL" clId="{E210CFC5-4787-5C38-A1C3-4E97A256CBFC}" dt="2026-09-04T20:35:47.638" v="4543" actId="2085"/>
          <ac:spMkLst>
            <pc:docMk/>
            <pc:sldMk cId="3478252784" sldId="265"/>
            <ac:spMk id="7" creationId="{D5DC0CA1-0AA8-8EB7-1AE2-93E0DB20582D}"/>
          </ac:spMkLst>
        </pc:spChg>
        <pc:spChg chg="add mod">
          <ac:chgData name="Berghout, Joanne (NIH/NIAID) [C]" userId="d15a409a-f0dc-40cf-9c9a-c9d1b560d691" providerId="ADAL" clId="{E210CFC5-4787-5C38-A1C3-4E97A256CBFC}" dt="2026-09-04T20:35:47.638" v="4543" actId="2085"/>
          <ac:spMkLst>
            <pc:docMk/>
            <pc:sldMk cId="3478252784" sldId="265"/>
            <ac:spMk id="8" creationId="{9961B67F-4ACC-52B3-9DAC-865090EB2BCD}"/>
          </ac:spMkLst>
        </pc:spChg>
        <pc:graphicFrameChg chg="add mod ord modGraphic">
          <ac:chgData name="Berghout, Joanne (NIH/NIAID) [C]" userId="d15a409a-f0dc-40cf-9c9a-c9d1b560d691" providerId="ADAL" clId="{E210CFC5-4787-5C38-A1C3-4E97A256CBFC}" dt="2026-09-04T20:33:55.455" v="4528" actId="14734"/>
          <ac:graphicFrameMkLst>
            <pc:docMk/>
            <pc:sldMk cId="3478252784" sldId="265"/>
            <ac:graphicFrameMk id="4" creationId="{0D3901F2-78A6-C8A8-E2B9-ED43D8E62348}"/>
          </ac:graphicFrameMkLst>
        </pc:graphicFrameChg>
      </pc:sldChg>
      <pc:sldChg chg="add ord modAnim">
        <pc:chgData name="Berghout, Joanne (NIH/NIAID) [C]" userId="d15a409a-f0dc-40cf-9c9a-c9d1b560d691" providerId="ADAL" clId="{E210CFC5-4787-5C38-A1C3-4E97A256CBFC}" dt="2026-09-04T20:40:02.280" v="4562"/>
        <pc:sldMkLst>
          <pc:docMk/>
          <pc:sldMk cId="947815761" sldId="266"/>
        </pc:sldMkLst>
      </pc:sldChg>
    </pc:docChg>
  </pc:docChgLst>
  <pc:docChgLst>
    <pc:chgData name="Berghout, Joanne (NIH/NIAID) [C]" userId="d15a409a-f0dc-40cf-9c9a-c9d1b560d691" providerId="ADAL" clId="{40EC691D-D2DF-5B2D-915A-C4E95DF248E3}"/>
    <pc:docChg chg="undo custSel addSld delSld modSld sldOrd">
      <pc:chgData name="Berghout, Joanne (NIH/NIAID) [C]" userId="d15a409a-f0dc-40cf-9c9a-c9d1b560d691" providerId="ADAL" clId="{40EC691D-D2DF-5B2D-915A-C4E95DF248E3}" dt="2026-09-07T20:40:43.989" v="10425"/>
      <pc:docMkLst>
        <pc:docMk/>
      </pc:docMkLst>
      <pc:sldChg chg="modSp mod">
        <pc:chgData name="Berghout, Joanne (NIH/NIAID) [C]" userId="d15a409a-f0dc-40cf-9c9a-c9d1b560d691" providerId="ADAL" clId="{40EC691D-D2DF-5B2D-915A-C4E95DF248E3}" dt="2026-09-07T20:00:31.575" v="10173" actId="207"/>
        <pc:sldMkLst>
          <pc:docMk/>
          <pc:sldMk cId="405480220" sldId="256"/>
        </pc:sldMkLst>
        <pc:spChg chg="mod">
          <ac:chgData name="Berghout, Joanne (NIH/NIAID) [C]" userId="d15a409a-f0dc-40cf-9c9a-c9d1b560d691" providerId="ADAL" clId="{40EC691D-D2DF-5B2D-915A-C4E95DF248E3}" dt="2026-09-07T20:00:31.575" v="10173" actId="207"/>
          <ac:spMkLst>
            <pc:docMk/>
            <pc:sldMk cId="405480220" sldId="256"/>
            <ac:spMk id="2" creationId="{BD4EC6FE-CA9F-A806-6C49-1B6C262B7480}"/>
          </ac:spMkLst>
        </pc:spChg>
      </pc:sldChg>
      <pc:sldChg chg="modSp mod">
        <pc:chgData name="Berghout, Joanne (NIH/NIAID) [C]" userId="d15a409a-f0dc-40cf-9c9a-c9d1b560d691" providerId="ADAL" clId="{40EC691D-D2DF-5B2D-915A-C4E95DF248E3}" dt="2026-09-07T20:00:36.317" v="10175" actId="207"/>
        <pc:sldMkLst>
          <pc:docMk/>
          <pc:sldMk cId="3879747267" sldId="257"/>
        </pc:sldMkLst>
        <pc:spChg chg="mod">
          <ac:chgData name="Berghout, Joanne (NIH/NIAID) [C]" userId="d15a409a-f0dc-40cf-9c9a-c9d1b560d691" providerId="ADAL" clId="{40EC691D-D2DF-5B2D-915A-C4E95DF248E3}" dt="2026-09-07T20:00:36.317" v="10175" actId="207"/>
          <ac:spMkLst>
            <pc:docMk/>
            <pc:sldMk cId="3879747267" sldId="257"/>
            <ac:spMk id="2" creationId="{78339A88-DE3C-5378-7E5B-FA2C2888EBD0}"/>
          </ac:spMkLst>
        </pc:spChg>
      </pc:sldChg>
      <pc:sldChg chg="modSp mod">
        <pc:chgData name="Berghout, Joanne (NIH/NIAID) [C]" userId="d15a409a-f0dc-40cf-9c9a-c9d1b560d691" providerId="ADAL" clId="{40EC691D-D2DF-5B2D-915A-C4E95DF248E3}" dt="2026-09-07T20:00:38.810" v="10176" actId="207"/>
        <pc:sldMkLst>
          <pc:docMk/>
          <pc:sldMk cId="2924442323" sldId="258"/>
        </pc:sldMkLst>
        <pc:spChg chg="mod">
          <ac:chgData name="Berghout, Joanne (NIH/NIAID) [C]" userId="d15a409a-f0dc-40cf-9c9a-c9d1b560d691" providerId="ADAL" clId="{40EC691D-D2DF-5B2D-915A-C4E95DF248E3}" dt="2026-09-07T20:00:38.810" v="10176" actId="207"/>
          <ac:spMkLst>
            <pc:docMk/>
            <pc:sldMk cId="2924442323" sldId="258"/>
            <ac:spMk id="2" creationId="{216D8A87-5620-D263-1AE7-6205EAD15594}"/>
          </ac:spMkLst>
        </pc:spChg>
      </pc:sldChg>
      <pc:sldChg chg="addSp delSp modSp mod">
        <pc:chgData name="Berghout, Joanne (NIH/NIAID) [C]" userId="d15a409a-f0dc-40cf-9c9a-c9d1b560d691" providerId="ADAL" clId="{40EC691D-D2DF-5B2D-915A-C4E95DF248E3}" dt="2026-09-07T20:00:41.541" v="10177" actId="207"/>
        <pc:sldMkLst>
          <pc:docMk/>
          <pc:sldMk cId="2107094353" sldId="259"/>
        </pc:sldMkLst>
        <pc:spChg chg="add del mod">
          <ac:chgData name="Berghout, Joanne (NIH/NIAID) [C]" userId="d15a409a-f0dc-40cf-9c9a-c9d1b560d691" providerId="ADAL" clId="{40EC691D-D2DF-5B2D-915A-C4E95DF248E3}" dt="2026-09-06T02:39:17.718" v="9412"/>
          <ac:spMkLst>
            <pc:docMk/>
            <pc:sldMk cId="2107094353" sldId="259"/>
            <ac:spMk id="2" creationId="{83AD25B7-315D-D8AF-44CF-1E8A5FAAF089}"/>
          </ac:spMkLst>
        </pc:spChg>
        <pc:spChg chg="mod">
          <ac:chgData name="Berghout, Joanne (NIH/NIAID) [C]" userId="d15a409a-f0dc-40cf-9c9a-c9d1b560d691" providerId="ADAL" clId="{40EC691D-D2DF-5B2D-915A-C4E95DF248E3}" dt="2026-09-07T20:00:41.541" v="10177" actId="207"/>
          <ac:spMkLst>
            <pc:docMk/>
            <pc:sldMk cId="2107094353" sldId="259"/>
            <ac:spMk id="4" creationId="{52C97D3F-7948-2F5A-E36F-E3D140E45997}"/>
          </ac:spMkLst>
        </pc:spChg>
      </pc:sldChg>
      <pc:sldChg chg="modSp mod">
        <pc:chgData name="Berghout, Joanne (NIH/NIAID) [C]" userId="d15a409a-f0dc-40cf-9c9a-c9d1b560d691" providerId="ADAL" clId="{40EC691D-D2DF-5B2D-915A-C4E95DF248E3}" dt="2026-09-07T20:00:44.496" v="10178" actId="207"/>
        <pc:sldMkLst>
          <pc:docMk/>
          <pc:sldMk cId="2418273379" sldId="260"/>
        </pc:sldMkLst>
        <pc:spChg chg="mod">
          <ac:chgData name="Berghout, Joanne (NIH/NIAID) [C]" userId="d15a409a-f0dc-40cf-9c9a-c9d1b560d691" providerId="ADAL" clId="{40EC691D-D2DF-5B2D-915A-C4E95DF248E3}" dt="2026-09-07T20:00:44.496" v="10178" actId="207"/>
          <ac:spMkLst>
            <pc:docMk/>
            <pc:sldMk cId="2418273379" sldId="260"/>
            <ac:spMk id="2" creationId="{814BC6FA-7929-EF74-9CB8-1A79D1FA9CA4}"/>
          </ac:spMkLst>
        </pc:spChg>
      </pc:sldChg>
      <pc:sldChg chg="modSp mod">
        <pc:chgData name="Berghout, Joanne (NIH/NIAID) [C]" userId="d15a409a-f0dc-40cf-9c9a-c9d1b560d691" providerId="ADAL" clId="{40EC691D-D2DF-5B2D-915A-C4E95DF248E3}" dt="2026-09-07T20:00:50.874" v="10179" actId="207"/>
        <pc:sldMkLst>
          <pc:docMk/>
          <pc:sldMk cId="2238211212" sldId="261"/>
        </pc:sldMkLst>
        <pc:spChg chg="mod">
          <ac:chgData name="Berghout, Joanne (NIH/NIAID) [C]" userId="d15a409a-f0dc-40cf-9c9a-c9d1b560d691" providerId="ADAL" clId="{40EC691D-D2DF-5B2D-915A-C4E95DF248E3}" dt="2026-09-07T20:00:50.874" v="10179" actId="207"/>
          <ac:spMkLst>
            <pc:docMk/>
            <pc:sldMk cId="2238211212" sldId="261"/>
            <ac:spMk id="2" creationId="{B8E0D702-CD10-4ED8-F12B-A1602CD9CF1A}"/>
          </ac:spMkLst>
        </pc:spChg>
      </pc:sldChg>
      <pc:sldChg chg="addSp delSp modSp mod modAnim">
        <pc:chgData name="Berghout, Joanne (NIH/NIAID) [C]" userId="d15a409a-f0dc-40cf-9c9a-c9d1b560d691" providerId="ADAL" clId="{40EC691D-D2DF-5B2D-915A-C4E95DF248E3}" dt="2026-09-07T20:39:50.856" v="10424"/>
        <pc:sldMkLst>
          <pc:docMk/>
          <pc:sldMk cId="3914993908" sldId="262"/>
        </pc:sldMkLst>
        <pc:spChg chg="mod">
          <ac:chgData name="Berghout, Joanne (NIH/NIAID) [C]" userId="d15a409a-f0dc-40cf-9c9a-c9d1b560d691" providerId="ADAL" clId="{40EC691D-D2DF-5B2D-915A-C4E95DF248E3}" dt="2026-09-07T20:01:20.061" v="10186" actId="207"/>
          <ac:spMkLst>
            <pc:docMk/>
            <pc:sldMk cId="3914993908" sldId="262"/>
            <ac:spMk id="2" creationId="{50B64EC3-1F3F-1BB3-3D55-E26BD2B996B7}"/>
          </ac:spMkLst>
        </pc:spChg>
        <pc:spChg chg="mod">
          <ac:chgData name="Berghout, Joanne (NIH/NIAID) [C]" userId="d15a409a-f0dc-40cf-9c9a-c9d1b560d691" providerId="ADAL" clId="{40EC691D-D2DF-5B2D-915A-C4E95DF248E3}" dt="2026-09-06T08:07:38.839" v="9858" actId="1076"/>
          <ac:spMkLst>
            <pc:docMk/>
            <pc:sldMk cId="3914993908" sldId="262"/>
            <ac:spMk id="3" creationId="{9EBDB964-085F-F084-CBBA-C59CE2FE9A60}"/>
          </ac:spMkLst>
        </pc:spChg>
        <pc:spChg chg="add del mod">
          <ac:chgData name="Berghout, Joanne (NIH/NIAID) [C]" userId="d15a409a-f0dc-40cf-9c9a-c9d1b560d691" providerId="ADAL" clId="{40EC691D-D2DF-5B2D-915A-C4E95DF248E3}" dt="2026-09-06T01:00:06.153" v="1119"/>
          <ac:spMkLst>
            <pc:docMk/>
            <pc:sldMk cId="3914993908" sldId="262"/>
            <ac:spMk id="4" creationId="{A35727EC-A7E9-F037-D29A-C6CAFE400AF0}"/>
          </ac:spMkLst>
        </pc:spChg>
      </pc:sldChg>
      <pc:sldChg chg="modSp mod">
        <pc:chgData name="Berghout, Joanne (NIH/NIAID) [C]" userId="d15a409a-f0dc-40cf-9c9a-c9d1b560d691" providerId="ADAL" clId="{40EC691D-D2DF-5B2D-915A-C4E95DF248E3}" dt="2026-09-07T20:00:54.799" v="10180" actId="207"/>
        <pc:sldMkLst>
          <pc:docMk/>
          <pc:sldMk cId="435715574" sldId="263"/>
        </pc:sldMkLst>
        <pc:spChg chg="mod">
          <ac:chgData name="Berghout, Joanne (NIH/NIAID) [C]" userId="d15a409a-f0dc-40cf-9c9a-c9d1b560d691" providerId="ADAL" clId="{40EC691D-D2DF-5B2D-915A-C4E95DF248E3}" dt="2026-09-07T20:00:54.799" v="10180" actId="207"/>
          <ac:spMkLst>
            <pc:docMk/>
            <pc:sldMk cId="435715574" sldId="263"/>
            <ac:spMk id="2" creationId="{BCCFD708-6C93-9534-00F6-0F372A32B824}"/>
          </ac:spMkLst>
        </pc:spChg>
      </pc:sldChg>
      <pc:sldChg chg="modSp mod">
        <pc:chgData name="Berghout, Joanne (NIH/NIAID) [C]" userId="d15a409a-f0dc-40cf-9c9a-c9d1b560d691" providerId="ADAL" clId="{40EC691D-D2DF-5B2D-915A-C4E95DF248E3}" dt="2026-09-07T20:00:58.053" v="10181" actId="207"/>
        <pc:sldMkLst>
          <pc:docMk/>
          <pc:sldMk cId="2419279497" sldId="264"/>
        </pc:sldMkLst>
        <pc:spChg chg="mod">
          <ac:chgData name="Berghout, Joanne (NIH/NIAID) [C]" userId="d15a409a-f0dc-40cf-9c9a-c9d1b560d691" providerId="ADAL" clId="{40EC691D-D2DF-5B2D-915A-C4E95DF248E3}" dt="2026-09-07T20:00:58.053" v="10181" actId="207"/>
          <ac:spMkLst>
            <pc:docMk/>
            <pc:sldMk cId="2419279497" sldId="264"/>
            <ac:spMk id="2" creationId="{B4E7BFC6-2320-5975-D4D0-7DA3F8FBEBE6}"/>
          </ac:spMkLst>
        </pc:spChg>
      </pc:sldChg>
      <pc:sldChg chg="addSp delSp modSp mod">
        <pc:chgData name="Berghout, Joanne (NIH/NIAID) [C]" userId="d15a409a-f0dc-40cf-9c9a-c9d1b560d691" providerId="ADAL" clId="{40EC691D-D2DF-5B2D-915A-C4E95DF248E3}" dt="2026-09-07T20:01:07.547" v="10184" actId="207"/>
        <pc:sldMkLst>
          <pc:docMk/>
          <pc:sldMk cId="3478252784" sldId="265"/>
        </pc:sldMkLst>
        <pc:spChg chg="mod">
          <ac:chgData name="Berghout, Joanne (NIH/NIAID) [C]" userId="d15a409a-f0dc-40cf-9c9a-c9d1b560d691" providerId="ADAL" clId="{40EC691D-D2DF-5B2D-915A-C4E95DF248E3}" dt="2026-09-07T20:01:07.547" v="10184" actId="207"/>
          <ac:spMkLst>
            <pc:docMk/>
            <pc:sldMk cId="3478252784" sldId="265"/>
            <ac:spMk id="2" creationId="{016CD58B-AF34-B9EE-7DAA-336338C0CE04}"/>
          </ac:spMkLst>
        </pc:spChg>
        <pc:spChg chg="add del mod">
          <ac:chgData name="Berghout, Joanne (NIH/NIAID) [C]" userId="d15a409a-f0dc-40cf-9c9a-c9d1b560d691" providerId="ADAL" clId="{40EC691D-D2DF-5B2D-915A-C4E95DF248E3}" dt="2026-09-07T20:01:05.703" v="10183" actId="478"/>
          <ac:spMkLst>
            <pc:docMk/>
            <pc:sldMk cId="3478252784" sldId="265"/>
            <ac:spMk id="3" creationId="{0BD9F3EB-9A93-63C3-D3D8-DB1B8A6D74E5}"/>
          </ac:spMkLst>
        </pc:spChg>
        <pc:graphicFrameChg chg="mod modGraphic">
          <ac:chgData name="Berghout, Joanne (NIH/NIAID) [C]" userId="d15a409a-f0dc-40cf-9c9a-c9d1b560d691" providerId="ADAL" clId="{40EC691D-D2DF-5B2D-915A-C4E95DF248E3}" dt="2026-09-06T02:25:56.862" v="7750"/>
          <ac:graphicFrameMkLst>
            <pc:docMk/>
            <pc:sldMk cId="3478252784" sldId="265"/>
            <ac:graphicFrameMk id="4" creationId="{0D3901F2-78A6-C8A8-E2B9-ED43D8E62348}"/>
          </ac:graphicFrameMkLst>
        </pc:graphicFrameChg>
      </pc:sldChg>
      <pc:sldChg chg="modSp mod modAnim">
        <pc:chgData name="Berghout, Joanne (NIH/NIAID) [C]" userId="d15a409a-f0dc-40cf-9c9a-c9d1b560d691" providerId="ADAL" clId="{40EC691D-D2DF-5B2D-915A-C4E95DF248E3}" dt="2026-09-07T20:01:11.080" v="10185" actId="207"/>
        <pc:sldMkLst>
          <pc:docMk/>
          <pc:sldMk cId="947815761" sldId="266"/>
        </pc:sldMkLst>
        <pc:spChg chg="mod">
          <ac:chgData name="Berghout, Joanne (NIH/NIAID) [C]" userId="d15a409a-f0dc-40cf-9c9a-c9d1b560d691" providerId="ADAL" clId="{40EC691D-D2DF-5B2D-915A-C4E95DF248E3}" dt="2026-09-07T20:01:11.080" v="10185" actId="207"/>
          <ac:spMkLst>
            <pc:docMk/>
            <pc:sldMk cId="947815761" sldId="266"/>
            <ac:spMk id="2" creationId="{755B770C-C75B-DD69-DB7F-CBA633BE5A5B}"/>
          </ac:spMkLst>
        </pc:spChg>
      </pc:sldChg>
      <pc:sldChg chg="addSp modSp new mod">
        <pc:chgData name="Berghout, Joanne (NIH/NIAID) [C]" userId="d15a409a-f0dc-40cf-9c9a-c9d1b560d691" providerId="ADAL" clId="{40EC691D-D2DF-5B2D-915A-C4E95DF248E3}" dt="2026-09-06T07:41:12.756" v="9468" actId="1076"/>
        <pc:sldMkLst>
          <pc:docMk/>
          <pc:sldMk cId="3891268498" sldId="267"/>
        </pc:sldMkLst>
        <pc:spChg chg="mod">
          <ac:chgData name="Berghout, Joanne (NIH/NIAID) [C]" userId="d15a409a-f0dc-40cf-9c9a-c9d1b560d691" providerId="ADAL" clId="{40EC691D-D2DF-5B2D-915A-C4E95DF248E3}" dt="2026-09-06T02:40:25.498" v="9433" actId="113"/>
          <ac:spMkLst>
            <pc:docMk/>
            <pc:sldMk cId="3891268498" sldId="267"/>
            <ac:spMk id="2" creationId="{F3C18C89-1467-39BD-63F3-9D2DC8D2C5FA}"/>
          </ac:spMkLst>
        </pc:spChg>
        <pc:spChg chg="mod">
          <ac:chgData name="Berghout, Joanne (NIH/NIAID) [C]" userId="d15a409a-f0dc-40cf-9c9a-c9d1b560d691" providerId="ADAL" clId="{40EC691D-D2DF-5B2D-915A-C4E95DF248E3}" dt="2026-09-06T07:40:44.478" v="9461" actId="255"/>
          <ac:spMkLst>
            <pc:docMk/>
            <pc:sldMk cId="3891268498" sldId="267"/>
            <ac:spMk id="3" creationId="{4BFC5025-0660-DFCF-4F0A-0FEAE8C42FC0}"/>
          </ac:spMkLst>
        </pc:spChg>
        <pc:picChg chg="add mod">
          <ac:chgData name="Berghout, Joanne (NIH/NIAID) [C]" userId="d15a409a-f0dc-40cf-9c9a-c9d1b560d691" providerId="ADAL" clId="{40EC691D-D2DF-5B2D-915A-C4E95DF248E3}" dt="2026-09-06T07:41:12.756" v="9468" actId="1076"/>
          <ac:picMkLst>
            <pc:docMk/>
            <pc:sldMk cId="3891268498" sldId="267"/>
            <ac:picMk id="5" creationId="{F7FB0B3F-9394-4BDE-13CD-842AA2C94BD9}"/>
          </ac:picMkLst>
        </pc:picChg>
      </pc:sldChg>
      <pc:sldChg chg="modSp new mod ord">
        <pc:chgData name="Berghout, Joanne (NIH/NIAID) [C]" userId="d15a409a-f0dc-40cf-9c9a-c9d1b560d691" providerId="ADAL" clId="{40EC691D-D2DF-5B2D-915A-C4E95DF248E3}" dt="2026-09-06T07:50:12.899" v="9537" actId="255"/>
        <pc:sldMkLst>
          <pc:docMk/>
          <pc:sldMk cId="3417271666" sldId="268"/>
        </pc:sldMkLst>
        <pc:spChg chg="mod">
          <ac:chgData name="Berghout, Joanne (NIH/NIAID) [C]" userId="d15a409a-f0dc-40cf-9c9a-c9d1b560d691" providerId="ADAL" clId="{40EC691D-D2DF-5B2D-915A-C4E95DF248E3}" dt="2026-09-06T07:50:12.899" v="9537" actId="255"/>
          <ac:spMkLst>
            <pc:docMk/>
            <pc:sldMk cId="3417271666" sldId="268"/>
            <ac:spMk id="2" creationId="{AA8ABCB3-DE55-FEA8-5241-57151A4B47C4}"/>
          </ac:spMkLst>
        </pc:spChg>
        <pc:spChg chg="mod">
          <ac:chgData name="Berghout, Joanne (NIH/NIAID) [C]" userId="d15a409a-f0dc-40cf-9c9a-c9d1b560d691" providerId="ADAL" clId="{40EC691D-D2DF-5B2D-915A-C4E95DF248E3}" dt="2026-09-06T01:11:55.326" v="2676" actId="20577"/>
          <ac:spMkLst>
            <pc:docMk/>
            <pc:sldMk cId="3417271666" sldId="268"/>
            <ac:spMk id="3" creationId="{D6AC00C6-D2C5-C4E7-D496-22939C9C6FA4}"/>
          </ac:spMkLst>
        </pc:spChg>
      </pc:sldChg>
      <pc:sldChg chg="addSp delSp modSp new mod modAnim">
        <pc:chgData name="Berghout, Joanne (NIH/NIAID) [C]" userId="d15a409a-f0dc-40cf-9c9a-c9d1b560d691" providerId="ADAL" clId="{40EC691D-D2DF-5B2D-915A-C4E95DF248E3}" dt="2026-09-06T08:06:55.648" v="9852" actId="20577"/>
        <pc:sldMkLst>
          <pc:docMk/>
          <pc:sldMk cId="2442360132" sldId="269"/>
        </pc:sldMkLst>
        <pc:spChg chg="mod">
          <ac:chgData name="Berghout, Joanne (NIH/NIAID) [C]" userId="d15a409a-f0dc-40cf-9c9a-c9d1b560d691" providerId="ADAL" clId="{40EC691D-D2DF-5B2D-915A-C4E95DF248E3}" dt="2026-09-06T02:40:32.476" v="9436" actId="255"/>
          <ac:spMkLst>
            <pc:docMk/>
            <pc:sldMk cId="2442360132" sldId="269"/>
            <ac:spMk id="2" creationId="{D3106E29-AE61-988E-6855-00D42A9281BC}"/>
          </ac:spMkLst>
        </pc:spChg>
        <pc:spChg chg="del">
          <ac:chgData name="Berghout, Joanne (NIH/NIAID) [C]" userId="d15a409a-f0dc-40cf-9c9a-c9d1b560d691" providerId="ADAL" clId="{40EC691D-D2DF-5B2D-915A-C4E95DF248E3}" dt="2026-09-06T01:32:59.039" v="3486" actId="478"/>
          <ac:spMkLst>
            <pc:docMk/>
            <pc:sldMk cId="2442360132" sldId="269"/>
            <ac:spMk id="3" creationId="{F8DF281D-1515-98F6-A379-52C56FDFDF62}"/>
          </ac:spMkLst>
        </pc:spChg>
        <pc:spChg chg="add mod">
          <ac:chgData name="Berghout, Joanne (NIH/NIAID) [C]" userId="d15a409a-f0dc-40cf-9c9a-c9d1b560d691" providerId="ADAL" clId="{40EC691D-D2DF-5B2D-915A-C4E95DF248E3}" dt="2026-09-06T01:33:30.566" v="3502" actId="1036"/>
          <ac:spMkLst>
            <pc:docMk/>
            <pc:sldMk cId="2442360132" sldId="269"/>
            <ac:spMk id="4" creationId="{0BF63085-E9BF-202A-A9F0-614E9B25688E}"/>
          </ac:spMkLst>
        </pc:spChg>
        <pc:spChg chg="add mod">
          <ac:chgData name="Berghout, Joanne (NIH/NIAID) [C]" userId="d15a409a-f0dc-40cf-9c9a-c9d1b560d691" providerId="ADAL" clId="{40EC691D-D2DF-5B2D-915A-C4E95DF248E3}" dt="2026-09-06T01:40:30.452" v="3823" actId="12789"/>
          <ac:spMkLst>
            <pc:docMk/>
            <pc:sldMk cId="2442360132" sldId="269"/>
            <ac:spMk id="5" creationId="{59678F1F-BC4A-ED75-DEE3-4975938DC1D9}"/>
          </ac:spMkLst>
        </pc:spChg>
        <pc:spChg chg="add mod">
          <ac:chgData name="Berghout, Joanne (NIH/NIAID) [C]" userId="d15a409a-f0dc-40cf-9c9a-c9d1b560d691" providerId="ADAL" clId="{40EC691D-D2DF-5B2D-915A-C4E95DF248E3}" dt="2026-09-06T01:59:52.290" v="4365" actId="1038"/>
          <ac:spMkLst>
            <pc:docMk/>
            <pc:sldMk cId="2442360132" sldId="269"/>
            <ac:spMk id="6" creationId="{695600AD-7B5C-167D-2FB3-CE437DF10FC3}"/>
          </ac:spMkLst>
        </pc:spChg>
        <pc:spChg chg="add mod">
          <ac:chgData name="Berghout, Joanne (NIH/NIAID) [C]" userId="d15a409a-f0dc-40cf-9c9a-c9d1b560d691" providerId="ADAL" clId="{40EC691D-D2DF-5B2D-915A-C4E95DF248E3}" dt="2026-09-06T01:40:30.452" v="3823" actId="12789"/>
          <ac:spMkLst>
            <pc:docMk/>
            <pc:sldMk cId="2442360132" sldId="269"/>
            <ac:spMk id="7" creationId="{FF596054-9DFE-A1F1-D9C8-C5B01020651B}"/>
          </ac:spMkLst>
        </pc:spChg>
        <pc:spChg chg="add mod">
          <ac:chgData name="Berghout, Joanne (NIH/NIAID) [C]" userId="d15a409a-f0dc-40cf-9c9a-c9d1b560d691" providerId="ADAL" clId="{40EC691D-D2DF-5B2D-915A-C4E95DF248E3}" dt="2026-09-06T08:05:11.051" v="9805" actId="20577"/>
          <ac:spMkLst>
            <pc:docMk/>
            <pc:sldMk cId="2442360132" sldId="269"/>
            <ac:spMk id="8" creationId="{83888F3C-315E-31F4-A5E5-36378C749D7F}"/>
          </ac:spMkLst>
        </pc:spChg>
        <pc:spChg chg="add del mod">
          <ac:chgData name="Berghout, Joanne (NIH/NIAID) [C]" userId="d15a409a-f0dc-40cf-9c9a-c9d1b560d691" providerId="ADAL" clId="{40EC691D-D2DF-5B2D-915A-C4E95DF248E3}" dt="2026-09-06T01:33:53.852" v="3516" actId="478"/>
          <ac:spMkLst>
            <pc:docMk/>
            <pc:sldMk cId="2442360132" sldId="269"/>
            <ac:spMk id="9" creationId="{CEC3E5CE-8ACC-7F22-E121-F9ED80CF9A0D}"/>
          </ac:spMkLst>
        </pc:spChg>
        <pc:spChg chg="add mod">
          <ac:chgData name="Berghout, Joanne (NIH/NIAID) [C]" userId="d15a409a-f0dc-40cf-9c9a-c9d1b560d691" providerId="ADAL" clId="{40EC691D-D2DF-5B2D-915A-C4E95DF248E3}" dt="2026-09-06T08:05:15.013" v="9811" actId="20577"/>
          <ac:spMkLst>
            <pc:docMk/>
            <pc:sldMk cId="2442360132" sldId="269"/>
            <ac:spMk id="10" creationId="{691EA011-2C43-FB64-9CEA-8F10EF28ED66}"/>
          </ac:spMkLst>
        </pc:spChg>
        <pc:spChg chg="add mod">
          <ac:chgData name="Berghout, Joanne (NIH/NIAID) [C]" userId="d15a409a-f0dc-40cf-9c9a-c9d1b560d691" providerId="ADAL" clId="{40EC691D-D2DF-5B2D-915A-C4E95DF248E3}" dt="2026-09-06T08:05:27.618" v="9822" actId="20577"/>
          <ac:spMkLst>
            <pc:docMk/>
            <pc:sldMk cId="2442360132" sldId="269"/>
            <ac:spMk id="11" creationId="{F76608C0-4C45-B034-96D0-C8D4D204A6D9}"/>
          </ac:spMkLst>
        </pc:spChg>
        <pc:spChg chg="add mod">
          <ac:chgData name="Berghout, Joanne (NIH/NIAID) [C]" userId="d15a409a-f0dc-40cf-9c9a-c9d1b560d691" providerId="ADAL" clId="{40EC691D-D2DF-5B2D-915A-C4E95DF248E3}" dt="2026-09-06T08:05:31.522" v="9827" actId="20577"/>
          <ac:spMkLst>
            <pc:docMk/>
            <pc:sldMk cId="2442360132" sldId="269"/>
            <ac:spMk id="12" creationId="{09E22D35-21CA-73A4-D943-C69B6AEFA2B3}"/>
          </ac:spMkLst>
        </pc:spChg>
        <pc:spChg chg="add mod">
          <ac:chgData name="Berghout, Joanne (NIH/NIAID) [C]" userId="d15a409a-f0dc-40cf-9c9a-c9d1b560d691" providerId="ADAL" clId="{40EC691D-D2DF-5B2D-915A-C4E95DF248E3}" dt="2026-09-06T01:44:57.459" v="4036" actId="1035"/>
          <ac:spMkLst>
            <pc:docMk/>
            <pc:sldMk cId="2442360132" sldId="269"/>
            <ac:spMk id="13" creationId="{1D3B6228-6874-03FC-8C8E-239093489695}"/>
          </ac:spMkLst>
        </pc:spChg>
        <pc:spChg chg="add mod">
          <ac:chgData name="Berghout, Joanne (NIH/NIAID) [C]" userId="d15a409a-f0dc-40cf-9c9a-c9d1b560d691" providerId="ADAL" clId="{40EC691D-D2DF-5B2D-915A-C4E95DF248E3}" dt="2026-09-06T08:05:35.904" v="9829" actId="20577"/>
          <ac:spMkLst>
            <pc:docMk/>
            <pc:sldMk cId="2442360132" sldId="269"/>
            <ac:spMk id="14" creationId="{0FAFE680-6425-B305-87EC-8F2AB6A106EE}"/>
          </ac:spMkLst>
        </pc:spChg>
        <pc:spChg chg="add mod">
          <ac:chgData name="Berghout, Joanne (NIH/NIAID) [C]" userId="d15a409a-f0dc-40cf-9c9a-c9d1b560d691" providerId="ADAL" clId="{40EC691D-D2DF-5B2D-915A-C4E95DF248E3}" dt="2026-09-06T07:57:59.589" v="9692" actId="20577"/>
          <ac:spMkLst>
            <pc:docMk/>
            <pc:sldMk cId="2442360132" sldId="269"/>
            <ac:spMk id="15" creationId="{8EEBDBB5-2865-ECEE-2C9C-4445AAA5FC35}"/>
          </ac:spMkLst>
        </pc:spChg>
        <pc:spChg chg="add mod">
          <ac:chgData name="Berghout, Joanne (NIH/NIAID) [C]" userId="d15a409a-f0dc-40cf-9c9a-c9d1b560d691" providerId="ADAL" clId="{40EC691D-D2DF-5B2D-915A-C4E95DF248E3}" dt="2026-09-06T08:01:29.346" v="9775" actId="1076"/>
          <ac:spMkLst>
            <pc:docMk/>
            <pc:sldMk cId="2442360132" sldId="269"/>
            <ac:spMk id="23" creationId="{95F9CCD3-563E-3098-3779-4E6130EC143B}"/>
          </ac:spMkLst>
        </pc:spChg>
        <pc:spChg chg="add mod">
          <ac:chgData name="Berghout, Joanne (NIH/NIAID) [C]" userId="d15a409a-f0dc-40cf-9c9a-c9d1b560d691" providerId="ADAL" clId="{40EC691D-D2DF-5B2D-915A-C4E95DF248E3}" dt="2026-09-06T01:59:52.290" v="4365" actId="1038"/>
          <ac:spMkLst>
            <pc:docMk/>
            <pc:sldMk cId="2442360132" sldId="269"/>
            <ac:spMk id="24" creationId="{459AFCA5-0E1A-ACAC-16E5-B5E2C0E83871}"/>
          </ac:spMkLst>
        </pc:spChg>
        <pc:spChg chg="add mod">
          <ac:chgData name="Berghout, Joanne (NIH/NIAID) [C]" userId="d15a409a-f0dc-40cf-9c9a-c9d1b560d691" providerId="ADAL" clId="{40EC691D-D2DF-5B2D-915A-C4E95DF248E3}" dt="2026-09-06T08:06:55.648" v="9852" actId="20577"/>
          <ac:spMkLst>
            <pc:docMk/>
            <pc:sldMk cId="2442360132" sldId="269"/>
            <ac:spMk id="36" creationId="{B19DC85D-8FAB-C948-7E5A-1CE878BB1571}"/>
          </ac:spMkLst>
        </pc:spChg>
        <pc:spChg chg="add mod">
          <ac:chgData name="Berghout, Joanne (NIH/NIAID) [C]" userId="d15a409a-f0dc-40cf-9c9a-c9d1b560d691" providerId="ADAL" clId="{40EC691D-D2DF-5B2D-915A-C4E95DF248E3}" dt="2026-09-06T08:01:24.667" v="9774" actId="1076"/>
          <ac:spMkLst>
            <pc:docMk/>
            <pc:sldMk cId="2442360132" sldId="269"/>
            <ac:spMk id="44" creationId="{125CD489-81CA-0FD8-C701-84D58FBABDC7}"/>
          </ac:spMkLst>
        </pc:spChg>
        <pc:spChg chg="add mod">
          <ac:chgData name="Berghout, Joanne (NIH/NIAID) [C]" userId="d15a409a-f0dc-40cf-9c9a-c9d1b560d691" providerId="ADAL" clId="{40EC691D-D2DF-5B2D-915A-C4E95DF248E3}" dt="2026-09-06T08:01:15.721" v="9770" actId="1076"/>
          <ac:spMkLst>
            <pc:docMk/>
            <pc:sldMk cId="2442360132" sldId="269"/>
            <ac:spMk id="45" creationId="{CBE319DF-20F6-84D2-84BE-712DF6AD1D03}"/>
          </ac:spMkLst>
        </pc:spChg>
        <pc:spChg chg="add mod">
          <ac:chgData name="Berghout, Joanne (NIH/NIAID) [C]" userId="d15a409a-f0dc-40cf-9c9a-c9d1b560d691" providerId="ADAL" clId="{40EC691D-D2DF-5B2D-915A-C4E95DF248E3}" dt="2026-09-06T07:59:41.576" v="9729" actId="20577"/>
          <ac:spMkLst>
            <pc:docMk/>
            <pc:sldMk cId="2442360132" sldId="269"/>
            <ac:spMk id="46" creationId="{AA2F9B34-B4C5-25FD-BA51-B3A9CB2B2C39}"/>
          </ac:spMkLst>
        </pc:spChg>
        <pc:spChg chg="add mod">
          <ac:chgData name="Berghout, Joanne (NIH/NIAID) [C]" userId="d15a409a-f0dc-40cf-9c9a-c9d1b560d691" providerId="ADAL" clId="{40EC691D-D2DF-5B2D-915A-C4E95DF248E3}" dt="2026-09-06T01:59:52.290" v="4365" actId="1038"/>
          <ac:spMkLst>
            <pc:docMk/>
            <pc:sldMk cId="2442360132" sldId="269"/>
            <ac:spMk id="47" creationId="{BAF76899-F1DA-1A48-8275-980C62B1CEC1}"/>
          </ac:spMkLst>
        </pc:spChg>
        <pc:spChg chg="add mod">
          <ac:chgData name="Berghout, Joanne (NIH/NIAID) [C]" userId="d15a409a-f0dc-40cf-9c9a-c9d1b560d691" providerId="ADAL" clId="{40EC691D-D2DF-5B2D-915A-C4E95DF248E3}" dt="2026-09-06T08:00:59.258" v="9768" actId="20577"/>
          <ac:spMkLst>
            <pc:docMk/>
            <pc:sldMk cId="2442360132" sldId="269"/>
            <ac:spMk id="55" creationId="{A2FA4ADB-B11C-CF53-997A-13F6CA883355}"/>
          </ac:spMkLst>
        </pc:spChg>
        <pc:spChg chg="add mod">
          <ac:chgData name="Berghout, Joanne (NIH/NIAID) [C]" userId="d15a409a-f0dc-40cf-9c9a-c9d1b560d691" providerId="ADAL" clId="{40EC691D-D2DF-5B2D-915A-C4E95DF248E3}" dt="2026-09-06T01:47:55.548" v="4139" actId="20577"/>
          <ac:spMkLst>
            <pc:docMk/>
            <pc:sldMk cId="2442360132" sldId="269"/>
            <ac:spMk id="56" creationId="{D4461766-B4ED-8B68-1310-63DF28B8D971}"/>
          </ac:spMkLst>
        </pc:spChg>
        <pc:spChg chg="add mod">
          <ac:chgData name="Berghout, Joanne (NIH/NIAID) [C]" userId="d15a409a-f0dc-40cf-9c9a-c9d1b560d691" providerId="ADAL" clId="{40EC691D-D2DF-5B2D-915A-C4E95DF248E3}" dt="2026-09-06T01:50:09.255" v="4205" actId="207"/>
          <ac:spMkLst>
            <pc:docMk/>
            <pc:sldMk cId="2442360132" sldId="269"/>
            <ac:spMk id="66" creationId="{E3B9A1CB-053F-8623-D91D-D4E0DCA68F72}"/>
          </ac:spMkLst>
        </pc:spChg>
        <pc:spChg chg="add mod">
          <ac:chgData name="Berghout, Joanne (NIH/NIAID) [C]" userId="d15a409a-f0dc-40cf-9c9a-c9d1b560d691" providerId="ADAL" clId="{40EC691D-D2DF-5B2D-915A-C4E95DF248E3}" dt="2026-09-06T01:50:58.919" v="4237" actId="1076"/>
          <ac:spMkLst>
            <pc:docMk/>
            <pc:sldMk cId="2442360132" sldId="269"/>
            <ac:spMk id="71" creationId="{6E17C6B5-FDC7-3774-28C1-0D93812DE643}"/>
          </ac:spMkLst>
        </pc:spChg>
        <pc:spChg chg="add mod">
          <ac:chgData name="Berghout, Joanne (NIH/NIAID) [C]" userId="d15a409a-f0dc-40cf-9c9a-c9d1b560d691" providerId="ADAL" clId="{40EC691D-D2DF-5B2D-915A-C4E95DF248E3}" dt="2026-09-06T08:06:33.808" v="9846" actId="20577"/>
          <ac:spMkLst>
            <pc:docMk/>
            <pc:sldMk cId="2442360132" sldId="269"/>
            <ac:spMk id="80" creationId="{2653F665-B050-EB5F-41A9-481DD68E135E}"/>
          </ac:spMkLst>
        </pc:spChg>
        <pc:spChg chg="add mod">
          <ac:chgData name="Berghout, Joanne (NIH/NIAID) [C]" userId="d15a409a-f0dc-40cf-9c9a-c9d1b560d691" providerId="ADAL" clId="{40EC691D-D2DF-5B2D-915A-C4E95DF248E3}" dt="2026-09-06T01:59:52.290" v="4365" actId="1038"/>
          <ac:spMkLst>
            <pc:docMk/>
            <pc:sldMk cId="2442360132" sldId="269"/>
            <ac:spMk id="81" creationId="{E2554FD3-17C5-987E-BA6A-EFE1DF2996B4}"/>
          </ac:spMkLst>
        </pc:spChg>
        <pc:spChg chg="add mod">
          <ac:chgData name="Berghout, Joanne (NIH/NIAID) [C]" userId="d15a409a-f0dc-40cf-9c9a-c9d1b560d691" providerId="ADAL" clId="{40EC691D-D2DF-5B2D-915A-C4E95DF248E3}" dt="2026-09-06T02:00:07.988" v="4379" actId="1076"/>
          <ac:spMkLst>
            <pc:docMk/>
            <pc:sldMk cId="2442360132" sldId="269"/>
            <ac:spMk id="91" creationId="{5B6FF680-2C62-783A-D040-E8BF203FD164}"/>
          </ac:spMkLst>
        </pc:spChg>
        <pc:spChg chg="add mod">
          <ac:chgData name="Berghout, Joanne (NIH/NIAID) [C]" userId="d15a409a-f0dc-40cf-9c9a-c9d1b560d691" providerId="ADAL" clId="{40EC691D-D2DF-5B2D-915A-C4E95DF248E3}" dt="2026-09-06T02:01:05.563" v="4418" actId="207"/>
          <ac:spMkLst>
            <pc:docMk/>
            <pc:sldMk cId="2442360132" sldId="269"/>
            <ac:spMk id="92" creationId="{716D7130-DE90-594E-25CC-6401CB3AC0A9}"/>
          </ac:spMkLst>
        </pc:spChg>
        <pc:spChg chg="add mod">
          <ac:chgData name="Berghout, Joanne (NIH/NIAID) [C]" userId="d15a409a-f0dc-40cf-9c9a-c9d1b560d691" providerId="ADAL" clId="{40EC691D-D2DF-5B2D-915A-C4E95DF248E3}" dt="2026-09-06T02:01:09.789" v="4419" actId="207"/>
          <ac:spMkLst>
            <pc:docMk/>
            <pc:sldMk cId="2442360132" sldId="269"/>
            <ac:spMk id="93" creationId="{BFD4D976-8FF8-56D0-707B-0942BFF3BE37}"/>
          </ac:spMkLst>
        </pc:spChg>
        <pc:spChg chg="add mod">
          <ac:chgData name="Berghout, Joanne (NIH/NIAID) [C]" userId="d15a409a-f0dc-40cf-9c9a-c9d1b560d691" providerId="ADAL" clId="{40EC691D-D2DF-5B2D-915A-C4E95DF248E3}" dt="2026-09-06T02:01:13.254" v="4420" actId="207"/>
          <ac:spMkLst>
            <pc:docMk/>
            <pc:sldMk cId="2442360132" sldId="269"/>
            <ac:spMk id="94" creationId="{4D4C7FC0-775C-A855-FDEC-18222F951E45}"/>
          </ac:spMkLst>
        </pc:spChg>
        <pc:cxnChg chg="add mod">
          <ac:chgData name="Berghout, Joanne (NIH/NIAID) [C]" userId="d15a409a-f0dc-40cf-9c9a-c9d1b560d691" providerId="ADAL" clId="{40EC691D-D2DF-5B2D-915A-C4E95DF248E3}" dt="2026-09-06T01:54:18.174" v="4316" actId="554"/>
          <ac:cxnSpMkLst>
            <pc:docMk/>
            <pc:sldMk cId="2442360132" sldId="269"/>
            <ac:cxnSpMk id="17" creationId="{3C049DBD-3384-DD1A-575B-70E7CB893DF2}"/>
          </ac:cxnSpMkLst>
        </pc:cxnChg>
        <pc:cxnChg chg="add mod">
          <ac:chgData name="Berghout, Joanne (NIH/NIAID) [C]" userId="d15a409a-f0dc-40cf-9c9a-c9d1b560d691" providerId="ADAL" clId="{40EC691D-D2DF-5B2D-915A-C4E95DF248E3}" dt="2026-09-06T01:54:18.174" v="4316" actId="554"/>
          <ac:cxnSpMkLst>
            <pc:docMk/>
            <pc:sldMk cId="2442360132" sldId="269"/>
            <ac:cxnSpMk id="18" creationId="{68BE7EE5-2204-3568-4EBA-4C678F1E4F32}"/>
          </ac:cxnSpMkLst>
        </pc:cxnChg>
        <pc:cxnChg chg="add">
          <ac:chgData name="Berghout, Joanne (NIH/NIAID) [C]" userId="d15a409a-f0dc-40cf-9c9a-c9d1b560d691" providerId="ADAL" clId="{40EC691D-D2DF-5B2D-915A-C4E95DF248E3}" dt="2026-09-06T01:37:30.024" v="3635" actId="11529"/>
          <ac:cxnSpMkLst>
            <pc:docMk/>
            <pc:sldMk cId="2442360132" sldId="269"/>
            <ac:cxnSpMk id="20" creationId="{B276E3D0-F6DC-8FB9-BE47-1D10B729D88E}"/>
          </ac:cxnSpMkLst>
        </pc:cxnChg>
        <pc:cxnChg chg="add">
          <ac:chgData name="Berghout, Joanne (NIH/NIAID) [C]" userId="d15a409a-f0dc-40cf-9c9a-c9d1b560d691" providerId="ADAL" clId="{40EC691D-D2DF-5B2D-915A-C4E95DF248E3}" dt="2026-09-06T01:37:45.069" v="3636" actId="11529"/>
          <ac:cxnSpMkLst>
            <pc:docMk/>
            <pc:sldMk cId="2442360132" sldId="269"/>
            <ac:cxnSpMk id="22" creationId="{8916FFF3-5F14-1246-016E-2D1A60DC2AF4}"/>
          </ac:cxnSpMkLst>
        </pc:cxnChg>
        <pc:cxnChg chg="add mod">
          <ac:chgData name="Berghout, Joanne (NIH/NIAID) [C]" userId="d15a409a-f0dc-40cf-9c9a-c9d1b560d691" providerId="ADAL" clId="{40EC691D-D2DF-5B2D-915A-C4E95DF248E3}" dt="2026-09-06T01:54:18.174" v="4316" actId="554"/>
          <ac:cxnSpMkLst>
            <pc:docMk/>
            <pc:sldMk cId="2442360132" sldId="269"/>
            <ac:cxnSpMk id="26" creationId="{898D2C6B-5696-2C29-1B45-F490E7DF3CF3}"/>
          </ac:cxnSpMkLst>
        </pc:cxnChg>
        <pc:cxnChg chg="add mod">
          <ac:chgData name="Berghout, Joanne (NIH/NIAID) [C]" userId="d15a409a-f0dc-40cf-9c9a-c9d1b560d691" providerId="ADAL" clId="{40EC691D-D2DF-5B2D-915A-C4E95DF248E3}" dt="2026-09-06T01:54:18.174" v="4316" actId="554"/>
          <ac:cxnSpMkLst>
            <pc:docMk/>
            <pc:sldMk cId="2442360132" sldId="269"/>
            <ac:cxnSpMk id="27" creationId="{8E18AE6C-26E3-77FC-820A-B9B7FC4CF33E}"/>
          </ac:cxnSpMkLst>
        </pc:cxnChg>
        <pc:cxnChg chg="add mod">
          <ac:chgData name="Berghout, Joanne (NIH/NIAID) [C]" userId="d15a409a-f0dc-40cf-9c9a-c9d1b560d691" providerId="ADAL" clId="{40EC691D-D2DF-5B2D-915A-C4E95DF248E3}" dt="2026-09-06T01:41:06.193" v="3831" actId="14100"/>
          <ac:cxnSpMkLst>
            <pc:docMk/>
            <pc:sldMk cId="2442360132" sldId="269"/>
            <ac:cxnSpMk id="31" creationId="{19ABD9A9-23AF-0CC6-CD00-B3FC2A35C242}"/>
          </ac:cxnSpMkLst>
        </pc:cxnChg>
        <pc:cxnChg chg="add">
          <ac:chgData name="Berghout, Joanne (NIH/NIAID) [C]" userId="d15a409a-f0dc-40cf-9c9a-c9d1b560d691" providerId="ADAL" clId="{40EC691D-D2DF-5B2D-915A-C4E95DF248E3}" dt="2026-09-06T01:41:13.699" v="3832" actId="11529"/>
          <ac:cxnSpMkLst>
            <pc:docMk/>
            <pc:sldMk cId="2442360132" sldId="269"/>
            <ac:cxnSpMk id="35" creationId="{D7498842-D3C7-EB73-4E33-DB2C613451AA}"/>
          </ac:cxnSpMkLst>
        </pc:cxnChg>
        <pc:cxnChg chg="add mod">
          <ac:chgData name="Berghout, Joanne (NIH/NIAID) [C]" userId="d15a409a-f0dc-40cf-9c9a-c9d1b560d691" providerId="ADAL" clId="{40EC691D-D2DF-5B2D-915A-C4E95DF248E3}" dt="2026-09-06T01:54:18.174" v="4316" actId="554"/>
          <ac:cxnSpMkLst>
            <pc:docMk/>
            <pc:sldMk cId="2442360132" sldId="269"/>
            <ac:cxnSpMk id="38" creationId="{99F91B1C-372F-B989-5D5F-CAAAC0A804E2}"/>
          </ac:cxnSpMkLst>
        </pc:cxnChg>
        <pc:cxnChg chg="add mod">
          <ac:chgData name="Berghout, Joanne (NIH/NIAID) [C]" userId="d15a409a-f0dc-40cf-9c9a-c9d1b560d691" providerId="ADAL" clId="{40EC691D-D2DF-5B2D-915A-C4E95DF248E3}" dt="2026-09-06T01:54:18.174" v="4316" actId="554"/>
          <ac:cxnSpMkLst>
            <pc:docMk/>
            <pc:sldMk cId="2442360132" sldId="269"/>
            <ac:cxnSpMk id="39" creationId="{DE497A13-4FDA-153D-6919-F87AB636C747}"/>
          </ac:cxnSpMkLst>
        </pc:cxnChg>
        <pc:cxnChg chg="add">
          <ac:chgData name="Berghout, Joanne (NIH/NIAID) [C]" userId="d15a409a-f0dc-40cf-9c9a-c9d1b560d691" providerId="ADAL" clId="{40EC691D-D2DF-5B2D-915A-C4E95DF248E3}" dt="2026-09-06T01:43:05.501" v="3894" actId="11529"/>
          <ac:cxnSpMkLst>
            <pc:docMk/>
            <pc:sldMk cId="2442360132" sldId="269"/>
            <ac:cxnSpMk id="41" creationId="{9E8B5751-FD55-AAF4-B74C-4CE972D336B0}"/>
          </ac:cxnSpMkLst>
        </pc:cxnChg>
        <pc:cxnChg chg="add">
          <ac:chgData name="Berghout, Joanne (NIH/NIAID) [C]" userId="d15a409a-f0dc-40cf-9c9a-c9d1b560d691" providerId="ADAL" clId="{40EC691D-D2DF-5B2D-915A-C4E95DF248E3}" dt="2026-09-06T01:43:21.678" v="3895" actId="11529"/>
          <ac:cxnSpMkLst>
            <pc:docMk/>
            <pc:sldMk cId="2442360132" sldId="269"/>
            <ac:cxnSpMk id="43" creationId="{08B5A416-1C60-88B9-9EFA-7D95845FF7F5}"/>
          </ac:cxnSpMkLst>
        </pc:cxnChg>
        <pc:cxnChg chg="add mod">
          <ac:chgData name="Berghout, Joanne (NIH/NIAID) [C]" userId="d15a409a-f0dc-40cf-9c9a-c9d1b560d691" providerId="ADAL" clId="{40EC691D-D2DF-5B2D-915A-C4E95DF248E3}" dt="2026-09-06T01:51:53.606" v="4245" actId="555"/>
          <ac:cxnSpMkLst>
            <pc:docMk/>
            <pc:sldMk cId="2442360132" sldId="269"/>
            <ac:cxnSpMk id="49" creationId="{2528CDAB-D259-131C-2F58-BD9A48AD0CC3}"/>
          </ac:cxnSpMkLst>
        </pc:cxnChg>
        <pc:cxnChg chg="add mod">
          <ac:chgData name="Berghout, Joanne (NIH/NIAID) [C]" userId="d15a409a-f0dc-40cf-9c9a-c9d1b560d691" providerId="ADAL" clId="{40EC691D-D2DF-5B2D-915A-C4E95DF248E3}" dt="2026-09-06T01:51:53.606" v="4245" actId="555"/>
          <ac:cxnSpMkLst>
            <pc:docMk/>
            <pc:sldMk cId="2442360132" sldId="269"/>
            <ac:cxnSpMk id="50" creationId="{18CD4037-94C4-99C5-FA65-8FA75200DC00}"/>
          </ac:cxnSpMkLst>
        </pc:cxnChg>
        <pc:cxnChg chg="add">
          <ac:chgData name="Berghout, Joanne (NIH/NIAID) [C]" userId="d15a409a-f0dc-40cf-9c9a-c9d1b560d691" providerId="ADAL" clId="{40EC691D-D2DF-5B2D-915A-C4E95DF248E3}" dt="2026-09-06T01:47:14.425" v="4117" actId="11529"/>
          <ac:cxnSpMkLst>
            <pc:docMk/>
            <pc:sldMk cId="2442360132" sldId="269"/>
            <ac:cxnSpMk id="52" creationId="{21890E82-EFF9-6F53-DB87-D959167E7880}"/>
          </ac:cxnSpMkLst>
        </pc:cxnChg>
        <pc:cxnChg chg="add">
          <ac:chgData name="Berghout, Joanne (NIH/NIAID) [C]" userId="d15a409a-f0dc-40cf-9c9a-c9d1b560d691" providerId="ADAL" clId="{40EC691D-D2DF-5B2D-915A-C4E95DF248E3}" dt="2026-09-06T01:47:23.011" v="4118" actId="11529"/>
          <ac:cxnSpMkLst>
            <pc:docMk/>
            <pc:sldMk cId="2442360132" sldId="269"/>
            <ac:cxnSpMk id="54" creationId="{62633697-1032-2F97-6C67-558782E8C03C}"/>
          </ac:cxnSpMkLst>
        </pc:cxnChg>
        <pc:cxnChg chg="add mod">
          <ac:chgData name="Berghout, Joanne (NIH/NIAID) [C]" userId="d15a409a-f0dc-40cf-9c9a-c9d1b560d691" providerId="ADAL" clId="{40EC691D-D2DF-5B2D-915A-C4E95DF248E3}" dt="2026-09-06T01:49:31.054" v="4158" actId="14100"/>
          <ac:cxnSpMkLst>
            <pc:docMk/>
            <pc:sldMk cId="2442360132" sldId="269"/>
            <ac:cxnSpMk id="58" creationId="{A87469DF-969A-3BC5-BBFD-65485AB27E63}"/>
          </ac:cxnSpMkLst>
        </pc:cxnChg>
        <pc:cxnChg chg="add mod">
          <ac:chgData name="Berghout, Joanne (NIH/NIAID) [C]" userId="d15a409a-f0dc-40cf-9c9a-c9d1b560d691" providerId="ADAL" clId="{40EC691D-D2DF-5B2D-915A-C4E95DF248E3}" dt="2026-09-06T01:49:28.200" v="4157" actId="14100"/>
          <ac:cxnSpMkLst>
            <pc:docMk/>
            <pc:sldMk cId="2442360132" sldId="269"/>
            <ac:cxnSpMk id="59" creationId="{4D880D08-4D72-45A1-0510-ED724B67D461}"/>
          </ac:cxnSpMkLst>
        </pc:cxnChg>
        <pc:cxnChg chg="add mod">
          <ac:chgData name="Berghout, Joanne (NIH/NIAID) [C]" userId="d15a409a-f0dc-40cf-9c9a-c9d1b560d691" providerId="ADAL" clId="{40EC691D-D2DF-5B2D-915A-C4E95DF248E3}" dt="2026-09-06T01:50:34.511" v="4208" actId="1076"/>
          <ac:cxnSpMkLst>
            <pc:docMk/>
            <pc:sldMk cId="2442360132" sldId="269"/>
            <ac:cxnSpMk id="68" creationId="{84972C2F-4F8F-8AB6-E353-5A1BD5F23AD6}"/>
          </ac:cxnSpMkLst>
        </pc:cxnChg>
        <pc:cxnChg chg="add">
          <ac:chgData name="Berghout, Joanne (NIH/NIAID) [C]" userId="d15a409a-f0dc-40cf-9c9a-c9d1b560d691" providerId="ADAL" clId="{40EC691D-D2DF-5B2D-915A-C4E95DF248E3}" dt="2026-09-06T01:50:25.703" v="4207" actId="11529"/>
          <ac:cxnSpMkLst>
            <pc:docMk/>
            <pc:sldMk cId="2442360132" sldId="269"/>
            <ac:cxnSpMk id="70" creationId="{C7452CDC-7FA0-5D8A-C990-14535FA6664F}"/>
          </ac:cxnSpMkLst>
        </pc:cxnChg>
        <pc:cxnChg chg="add del">
          <ac:chgData name="Berghout, Joanne (NIH/NIAID) [C]" userId="d15a409a-f0dc-40cf-9c9a-c9d1b560d691" providerId="ADAL" clId="{40EC691D-D2DF-5B2D-915A-C4E95DF248E3}" dt="2026-09-06T01:51:42.818" v="4244" actId="478"/>
          <ac:cxnSpMkLst>
            <pc:docMk/>
            <pc:sldMk cId="2442360132" sldId="269"/>
            <ac:cxnSpMk id="73" creationId="{7DA65E69-F7F4-FC5E-998E-F28A2505E047}"/>
          </ac:cxnSpMkLst>
        </pc:cxnChg>
        <pc:cxnChg chg="add mod">
          <ac:chgData name="Berghout, Joanne (NIH/NIAID) [C]" userId="d15a409a-f0dc-40cf-9c9a-c9d1b560d691" providerId="ADAL" clId="{40EC691D-D2DF-5B2D-915A-C4E95DF248E3}" dt="2026-09-06T01:51:53.606" v="4245" actId="555"/>
          <ac:cxnSpMkLst>
            <pc:docMk/>
            <pc:sldMk cId="2442360132" sldId="269"/>
            <ac:cxnSpMk id="74" creationId="{80E8D574-3191-B6BF-D4AE-CCAAB04A0449}"/>
          </ac:cxnSpMkLst>
        </pc:cxnChg>
        <pc:cxnChg chg="add mod">
          <ac:chgData name="Berghout, Joanne (NIH/NIAID) [C]" userId="d15a409a-f0dc-40cf-9c9a-c9d1b560d691" providerId="ADAL" clId="{40EC691D-D2DF-5B2D-915A-C4E95DF248E3}" dt="2026-09-06T01:51:53.606" v="4245" actId="555"/>
          <ac:cxnSpMkLst>
            <pc:docMk/>
            <pc:sldMk cId="2442360132" sldId="269"/>
            <ac:cxnSpMk id="75" creationId="{FE593C2E-A47A-6AD3-B7FB-B6420EB00128}"/>
          </ac:cxnSpMkLst>
        </pc:cxnChg>
        <pc:cxnChg chg="add">
          <ac:chgData name="Berghout, Joanne (NIH/NIAID) [C]" userId="d15a409a-f0dc-40cf-9c9a-c9d1b560d691" providerId="ADAL" clId="{40EC691D-D2DF-5B2D-915A-C4E95DF248E3}" dt="2026-09-06T01:52:02.795" v="4246" actId="11529"/>
          <ac:cxnSpMkLst>
            <pc:docMk/>
            <pc:sldMk cId="2442360132" sldId="269"/>
            <ac:cxnSpMk id="77" creationId="{6EBC630D-342D-9CAC-03E4-FB2E34EE78AE}"/>
          </ac:cxnSpMkLst>
        </pc:cxnChg>
        <pc:cxnChg chg="add">
          <ac:chgData name="Berghout, Joanne (NIH/NIAID) [C]" userId="d15a409a-f0dc-40cf-9c9a-c9d1b560d691" providerId="ADAL" clId="{40EC691D-D2DF-5B2D-915A-C4E95DF248E3}" dt="2026-09-06T01:52:13.428" v="4247" actId="11529"/>
          <ac:cxnSpMkLst>
            <pc:docMk/>
            <pc:sldMk cId="2442360132" sldId="269"/>
            <ac:cxnSpMk id="79" creationId="{8A8905EC-30AD-D097-7468-54B1B1E988E7}"/>
          </ac:cxnSpMkLst>
        </pc:cxnChg>
        <pc:cxnChg chg="add mod">
          <ac:chgData name="Berghout, Joanne (NIH/NIAID) [C]" userId="d15a409a-f0dc-40cf-9c9a-c9d1b560d691" providerId="ADAL" clId="{40EC691D-D2DF-5B2D-915A-C4E95DF248E3}" dt="2026-09-06T01:54:18.174" v="4316" actId="554"/>
          <ac:cxnSpMkLst>
            <pc:docMk/>
            <pc:sldMk cId="2442360132" sldId="269"/>
            <ac:cxnSpMk id="83" creationId="{D7C2D317-7EF3-94A7-32D3-3D01E9991F81}"/>
          </ac:cxnSpMkLst>
        </pc:cxnChg>
        <pc:cxnChg chg="add mod">
          <ac:chgData name="Berghout, Joanne (NIH/NIAID) [C]" userId="d15a409a-f0dc-40cf-9c9a-c9d1b560d691" providerId="ADAL" clId="{40EC691D-D2DF-5B2D-915A-C4E95DF248E3}" dt="2026-09-06T01:54:18.174" v="4316" actId="554"/>
          <ac:cxnSpMkLst>
            <pc:docMk/>
            <pc:sldMk cId="2442360132" sldId="269"/>
            <ac:cxnSpMk id="85" creationId="{A9F30DD3-381E-99F4-63C3-E981164A1494}"/>
          </ac:cxnSpMkLst>
        </pc:cxnChg>
        <pc:cxnChg chg="add mod">
          <ac:chgData name="Berghout, Joanne (NIH/NIAID) [C]" userId="d15a409a-f0dc-40cf-9c9a-c9d1b560d691" providerId="ADAL" clId="{40EC691D-D2DF-5B2D-915A-C4E95DF248E3}" dt="2026-09-06T01:54:32.742" v="4319" actId="14100"/>
          <ac:cxnSpMkLst>
            <pc:docMk/>
            <pc:sldMk cId="2442360132" sldId="269"/>
            <ac:cxnSpMk id="87" creationId="{BD2FD17E-651D-A4B9-97D1-69D0C574EEE6}"/>
          </ac:cxnSpMkLst>
        </pc:cxnChg>
        <pc:cxnChg chg="add">
          <ac:chgData name="Berghout, Joanne (NIH/NIAID) [C]" userId="d15a409a-f0dc-40cf-9c9a-c9d1b560d691" providerId="ADAL" clId="{40EC691D-D2DF-5B2D-915A-C4E95DF248E3}" dt="2026-09-06T01:54:39.128" v="4320" actId="11529"/>
          <ac:cxnSpMkLst>
            <pc:docMk/>
            <pc:sldMk cId="2442360132" sldId="269"/>
            <ac:cxnSpMk id="90" creationId="{F4ED29A8-53E8-C321-9D95-E6B89B4B1ACF}"/>
          </ac:cxnSpMkLst>
        </pc:cxnChg>
      </pc:sldChg>
      <pc:sldChg chg="addSp delSp modSp add mod modAnim">
        <pc:chgData name="Berghout, Joanne (NIH/NIAID) [C]" userId="d15a409a-f0dc-40cf-9c9a-c9d1b560d691" providerId="ADAL" clId="{40EC691D-D2DF-5B2D-915A-C4E95DF248E3}" dt="2026-09-07T20:01:23.892" v="10187" actId="207"/>
        <pc:sldMkLst>
          <pc:docMk/>
          <pc:sldMk cId="1887903084" sldId="270"/>
        </pc:sldMkLst>
        <pc:spChg chg="mod">
          <ac:chgData name="Berghout, Joanne (NIH/NIAID) [C]" userId="d15a409a-f0dc-40cf-9c9a-c9d1b560d691" providerId="ADAL" clId="{40EC691D-D2DF-5B2D-915A-C4E95DF248E3}" dt="2026-09-07T20:01:23.892" v="10187" actId="207"/>
          <ac:spMkLst>
            <pc:docMk/>
            <pc:sldMk cId="1887903084" sldId="270"/>
            <ac:spMk id="2" creationId="{086DEB08-54FD-EE0F-3773-61909D370048}"/>
          </ac:spMkLst>
        </pc:spChg>
        <pc:spChg chg="mod">
          <ac:chgData name="Berghout, Joanne (NIH/NIAID) [C]" userId="d15a409a-f0dc-40cf-9c9a-c9d1b560d691" providerId="ADAL" clId="{40EC691D-D2DF-5B2D-915A-C4E95DF248E3}" dt="2026-09-06T01:30:11.345" v="3392" actId="14100"/>
          <ac:spMkLst>
            <pc:docMk/>
            <pc:sldMk cId="1887903084" sldId="270"/>
            <ac:spMk id="3" creationId="{FAD74633-2EAA-793C-3082-B356F231AA6B}"/>
          </ac:spMkLst>
        </pc:spChg>
        <pc:spChg chg="add mod">
          <ac:chgData name="Berghout, Joanne (NIH/NIAID) [C]" userId="d15a409a-f0dc-40cf-9c9a-c9d1b560d691" providerId="ADAL" clId="{40EC691D-D2DF-5B2D-915A-C4E95DF248E3}" dt="2026-09-06T01:18:01.263" v="3115" actId="1076"/>
          <ac:spMkLst>
            <pc:docMk/>
            <pc:sldMk cId="1887903084" sldId="270"/>
            <ac:spMk id="4" creationId="{65CC04F4-6F48-A661-9F22-08DE0B9F6EA8}"/>
          </ac:spMkLst>
        </pc:spChg>
        <pc:spChg chg="add mod">
          <ac:chgData name="Berghout, Joanne (NIH/NIAID) [C]" userId="d15a409a-f0dc-40cf-9c9a-c9d1b560d691" providerId="ADAL" clId="{40EC691D-D2DF-5B2D-915A-C4E95DF248E3}" dt="2026-09-06T07:56:41.139" v="9682" actId="1035"/>
          <ac:spMkLst>
            <pc:docMk/>
            <pc:sldMk cId="1887903084" sldId="270"/>
            <ac:spMk id="5" creationId="{BA40CAC6-79DC-3B28-6529-79F5EF2EEAF4}"/>
          </ac:spMkLst>
        </pc:spChg>
        <pc:spChg chg="add mod">
          <ac:chgData name="Berghout, Joanne (NIH/NIAID) [C]" userId="d15a409a-f0dc-40cf-9c9a-c9d1b560d691" providerId="ADAL" clId="{40EC691D-D2DF-5B2D-915A-C4E95DF248E3}" dt="2026-09-06T07:56:41.139" v="9682" actId="1035"/>
          <ac:spMkLst>
            <pc:docMk/>
            <pc:sldMk cId="1887903084" sldId="270"/>
            <ac:spMk id="6" creationId="{5E52867F-FC21-9080-7C15-03D32E107789}"/>
          </ac:spMkLst>
        </pc:spChg>
        <pc:spChg chg="add mod">
          <ac:chgData name="Berghout, Joanne (NIH/NIAID) [C]" userId="d15a409a-f0dc-40cf-9c9a-c9d1b560d691" providerId="ADAL" clId="{40EC691D-D2DF-5B2D-915A-C4E95DF248E3}" dt="2026-09-06T07:56:41.139" v="9682" actId="1035"/>
          <ac:spMkLst>
            <pc:docMk/>
            <pc:sldMk cId="1887903084" sldId="270"/>
            <ac:spMk id="7" creationId="{DAC73262-5A99-29C8-BB69-9B85B79A9346}"/>
          </ac:spMkLst>
        </pc:spChg>
        <pc:spChg chg="add mod">
          <ac:chgData name="Berghout, Joanne (NIH/NIAID) [C]" userId="d15a409a-f0dc-40cf-9c9a-c9d1b560d691" providerId="ADAL" clId="{40EC691D-D2DF-5B2D-915A-C4E95DF248E3}" dt="2026-09-06T07:56:41.139" v="9682" actId="1035"/>
          <ac:spMkLst>
            <pc:docMk/>
            <pc:sldMk cId="1887903084" sldId="270"/>
            <ac:spMk id="9" creationId="{E3844253-DEE4-E8D4-AC9A-78BD50DF0164}"/>
          </ac:spMkLst>
        </pc:spChg>
        <pc:spChg chg="add mod">
          <ac:chgData name="Berghout, Joanne (NIH/NIAID) [C]" userId="d15a409a-f0dc-40cf-9c9a-c9d1b560d691" providerId="ADAL" clId="{40EC691D-D2DF-5B2D-915A-C4E95DF248E3}" dt="2026-09-07T19:42:59.340" v="10031" actId="207"/>
          <ac:spMkLst>
            <pc:docMk/>
            <pc:sldMk cId="1887903084" sldId="270"/>
            <ac:spMk id="13" creationId="{C6207770-1FE3-BEBC-FC20-B3C23D146FED}"/>
          </ac:spMkLst>
        </pc:spChg>
        <pc:spChg chg="add mod">
          <ac:chgData name="Berghout, Joanne (NIH/NIAID) [C]" userId="d15a409a-f0dc-40cf-9c9a-c9d1b560d691" providerId="ADAL" clId="{40EC691D-D2DF-5B2D-915A-C4E95DF248E3}" dt="2026-09-07T19:43:51.088" v="10090" actId="1036"/>
          <ac:spMkLst>
            <pc:docMk/>
            <pc:sldMk cId="1887903084" sldId="270"/>
            <ac:spMk id="14" creationId="{13E01C17-D053-9847-1C18-82EC7128E31C}"/>
          </ac:spMkLst>
        </pc:spChg>
        <pc:spChg chg="add mod">
          <ac:chgData name="Berghout, Joanne (NIH/NIAID) [C]" userId="d15a409a-f0dc-40cf-9c9a-c9d1b560d691" providerId="ADAL" clId="{40EC691D-D2DF-5B2D-915A-C4E95DF248E3}" dt="2026-09-07T19:43:48.689" v="10086" actId="1038"/>
          <ac:spMkLst>
            <pc:docMk/>
            <pc:sldMk cId="1887903084" sldId="270"/>
            <ac:spMk id="15" creationId="{8EE47158-80E2-2EA4-B7AB-6C7C5EEEFD28}"/>
          </ac:spMkLst>
        </pc:spChg>
        <pc:spChg chg="add mod">
          <ac:chgData name="Berghout, Joanne (NIH/NIAID) [C]" userId="d15a409a-f0dc-40cf-9c9a-c9d1b560d691" providerId="ADAL" clId="{40EC691D-D2DF-5B2D-915A-C4E95DF248E3}" dt="2026-09-07T19:44:50.959" v="10117" actId="1037"/>
          <ac:spMkLst>
            <pc:docMk/>
            <pc:sldMk cId="1887903084" sldId="270"/>
            <ac:spMk id="16" creationId="{A7A7D9F0-7003-393B-108D-0DF42E4856B2}"/>
          </ac:spMkLst>
        </pc:spChg>
        <pc:spChg chg="add mod">
          <ac:chgData name="Berghout, Joanne (NIH/NIAID) [C]" userId="d15a409a-f0dc-40cf-9c9a-c9d1b560d691" providerId="ADAL" clId="{40EC691D-D2DF-5B2D-915A-C4E95DF248E3}" dt="2026-09-07T19:44:50.959" v="10117" actId="1037"/>
          <ac:spMkLst>
            <pc:docMk/>
            <pc:sldMk cId="1887903084" sldId="270"/>
            <ac:spMk id="17" creationId="{006B1BCC-4B7C-56DA-9C55-939CD51FA1E2}"/>
          </ac:spMkLst>
        </pc:spChg>
        <pc:spChg chg="add mod">
          <ac:chgData name="Berghout, Joanne (NIH/NIAID) [C]" userId="d15a409a-f0dc-40cf-9c9a-c9d1b560d691" providerId="ADAL" clId="{40EC691D-D2DF-5B2D-915A-C4E95DF248E3}" dt="2026-09-07T19:44:50.959" v="10117" actId="1037"/>
          <ac:spMkLst>
            <pc:docMk/>
            <pc:sldMk cId="1887903084" sldId="270"/>
            <ac:spMk id="18" creationId="{33995B4A-3183-DF2D-0EB1-D656B799E628}"/>
          </ac:spMkLst>
        </pc:spChg>
        <pc:spChg chg="add mod">
          <ac:chgData name="Berghout, Joanne (NIH/NIAID) [C]" userId="d15a409a-f0dc-40cf-9c9a-c9d1b560d691" providerId="ADAL" clId="{40EC691D-D2DF-5B2D-915A-C4E95DF248E3}" dt="2026-09-07T19:44:50.959" v="10117" actId="1037"/>
          <ac:spMkLst>
            <pc:docMk/>
            <pc:sldMk cId="1887903084" sldId="270"/>
            <ac:spMk id="19" creationId="{5B368C8A-F290-80C2-F214-D6A72E0B6317}"/>
          </ac:spMkLst>
        </pc:spChg>
        <pc:spChg chg="add mod">
          <ac:chgData name="Berghout, Joanne (NIH/NIAID) [C]" userId="d15a409a-f0dc-40cf-9c9a-c9d1b560d691" providerId="ADAL" clId="{40EC691D-D2DF-5B2D-915A-C4E95DF248E3}" dt="2026-09-07T19:45:33.780" v="10170" actId="1076"/>
          <ac:spMkLst>
            <pc:docMk/>
            <pc:sldMk cId="1887903084" sldId="270"/>
            <ac:spMk id="20" creationId="{184D55B5-B1C1-C31D-E5C3-863C778FB62B}"/>
          </ac:spMkLst>
        </pc:spChg>
        <pc:graphicFrameChg chg="add del mod">
          <ac:chgData name="Berghout, Joanne (NIH/NIAID) [C]" userId="d15a409a-f0dc-40cf-9c9a-c9d1b560d691" providerId="ADAL" clId="{40EC691D-D2DF-5B2D-915A-C4E95DF248E3}" dt="2026-09-06T01:31:53.799" v="3393" actId="478"/>
          <ac:graphicFrameMkLst>
            <pc:docMk/>
            <pc:sldMk cId="1887903084" sldId="270"/>
            <ac:graphicFrameMk id="8" creationId="{36A91307-52CA-CD95-6063-027EB5CF3D92}"/>
          </ac:graphicFrameMkLst>
        </pc:graphicFrameChg>
        <pc:picChg chg="add del mod">
          <ac:chgData name="Berghout, Joanne (NIH/NIAID) [C]" userId="d15a409a-f0dc-40cf-9c9a-c9d1b560d691" providerId="ADAL" clId="{40EC691D-D2DF-5B2D-915A-C4E95DF248E3}" dt="2026-09-07T19:38:44.042" v="9960" actId="478"/>
          <ac:picMkLst>
            <pc:docMk/>
            <pc:sldMk cId="1887903084" sldId="270"/>
            <ac:picMk id="8" creationId="{8D238FAC-2171-CCF1-C818-B1E6544AC726}"/>
          </ac:picMkLst>
        </pc:picChg>
        <pc:picChg chg="add del">
          <ac:chgData name="Berghout, Joanne (NIH/NIAID) [C]" userId="d15a409a-f0dc-40cf-9c9a-c9d1b560d691" providerId="ADAL" clId="{40EC691D-D2DF-5B2D-915A-C4E95DF248E3}" dt="2026-09-07T19:38:45.910" v="9962" actId="478"/>
          <ac:picMkLst>
            <pc:docMk/>
            <pc:sldMk cId="1887903084" sldId="270"/>
            <ac:picMk id="10" creationId="{85F5F8FC-24FE-C492-EDC2-B0A15CACEE1C}"/>
          </ac:picMkLst>
        </pc:picChg>
        <pc:picChg chg="add mod modCrop">
          <ac:chgData name="Berghout, Joanne (NIH/NIAID) [C]" userId="d15a409a-f0dc-40cf-9c9a-c9d1b560d691" providerId="ADAL" clId="{40EC691D-D2DF-5B2D-915A-C4E95DF248E3}" dt="2026-09-07T19:41:57.308" v="10026" actId="1076"/>
          <ac:picMkLst>
            <pc:docMk/>
            <pc:sldMk cId="1887903084" sldId="270"/>
            <ac:picMk id="11" creationId="{0B21E2E4-E8E1-260D-AEED-AAAF5BA66C52}"/>
          </ac:picMkLst>
        </pc:picChg>
        <pc:picChg chg="add mod modCrop">
          <ac:chgData name="Berghout, Joanne (NIH/NIAID) [C]" userId="d15a409a-f0dc-40cf-9c9a-c9d1b560d691" providerId="ADAL" clId="{40EC691D-D2DF-5B2D-915A-C4E95DF248E3}" dt="2026-09-07T19:44:50.959" v="10117" actId="1037"/>
          <ac:picMkLst>
            <pc:docMk/>
            <pc:sldMk cId="1887903084" sldId="270"/>
            <ac:picMk id="12" creationId="{5911C293-36C5-5F4E-429E-4F9113277F27}"/>
          </ac:picMkLst>
        </pc:picChg>
      </pc:sldChg>
      <pc:sldChg chg="addSp delSp modSp new mod">
        <pc:chgData name="Berghout, Joanne (NIH/NIAID) [C]" userId="d15a409a-f0dc-40cf-9c9a-c9d1b560d691" providerId="ADAL" clId="{40EC691D-D2DF-5B2D-915A-C4E95DF248E3}" dt="2026-09-06T08:22:48.987" v="9895" actId="1076"/>
        <pc:sldMkLst>
          <pc:docMk/>
          <pc:sldMk cId="1125633029" sldId="271"/>
        </pc:sldMkLst>
        <pc:spChg chg="mod">
          <ac:chgData name="Berghout, Joanne (NIH/NIAID) [C]" userId="d15a409a-f0dc-40cf-9c9a-c9d1b560d691" providerId="ADAL" clId="{40EC691D-D2DF-5B2D-915A-C4E95DF248E3}" dt="2026-09-06T02:40:41.708" v="9439" actId="255"/>
          <ac:spMkLst>
            <pc:docMk/>
            <pc:sldMk cId="1125633029" sldId="271"/>
            <ac:spMk id="2" creationId="{C9B80D66-11D6-7C73-2EF8-829FDB1771EB}"/>
          </ac:spMkLst>
        </pc:spChg>
        <pc:spChg chg="mod">
          <ac:chgData name="Berghout, Joanne (NIH/NIAID) [C]" userId="d15a409a-f0dc-40cf-9c9a-c9d1b560d691" providerId="ADAL" clId="{40EC691D-D2DF-5B2D-915A-C4E95DF248E3}" dt="2026-09-06T02:14:16.613" v="6851" actId="20577"/>
          <ac:spMkLst>
            <pc:docMk/>
            <pc:sldMk cId="1125633029" sldId="271"/>
            <ac:spMk id="3" creationId="{7CB60586-3EE6-19B1-F9A1-64413D29EB36}"/>
          </ac:spMkLst>
        </pc:spChg>
        <pc:spChg chg="add del mod">
          <ac:chgData name="Berghout, Joanne (NIH/NIAID) [C]" userId="d15a409a-f0dc-40cf-9c9a-c9d1b560d691" providerId="ADAL" clId="{40EC691D-D2DF-5B2D-915A-C4E95DF248E3}" dt="2026-09-06T02:01:49.659" v="4437" actId="478"/>
          <ac:spMkLst>
            <pc:docMk/>
            <pc:sldMk cId="1125633029" sldId="271"/>
            <ac:spMk id="4" creationId="{0750D2C0-58AD-8153-8C47-F26C5B047F20}"/>
          </ac:spMkLst>
        </pc:spChg>
        <pc:picChg chg="add mod">
          <ac:chgData name="Berghout, Joanne (NIH/NIAID) [C]" userId="d15a409a-f0dc-40cf-9c9a-c9d1b560d691" providerId="ADAL" clId="{40EC691D-D2DF-5B2D-915A-C4E95DF248E3}" dt="2026-09-06T08:22:34.572" v="9888" actId="1076"/>
          <ac:picMkLst>
            <pc:docMk/>
            <pc:sldMk cId="1125633029" sldId="271"/>
            <ac:picMk id="5" creationId="{4DBFA4BA-048A-C107-2770-87368A2C53A8}"/>
          </ac:picMkLst>
        </pc:picChg>
        <pc:picChg chg="add del">
          <ac:chgData name="Berghout, Joanne (NIH/NIAID) [C]" userId="d15a409a-f0dc-40cf-9c9a-c9d1b560d691" providerId="ADAL" clId="{40EC691D-D2DF-5B2D-915A-C4E95DF248E3}" dt="2026-09-06T08:11:10.538" v="9866" actId="478"/>
          <ac:picMkLst>
            <pc:docMk/>
            <pc:sldMk cId="1125633029" sldId="271"/>
            <ac:picMk id="6" creationId="{9AA48C00-3D07-646B-C34B-612DDFA5E683}"/>
          </ac:picMkLst>
        </pc:picChg>
        <pc:picChg chg="add del">
          <ac:chgData name="Berghout, Joanne (NIH/NIAID) [C]" userId="d15a409a-f0dc-40cf-9c9a-c9d1b560d691" providerId="ADAL" clId="{40EC691D-D2DF-5B2D-915A-C4E95DF248E3}" dt="2026-09-06T08:11:19.817" v="9869" actId="478"/>
          <ac:picMkLst>
            <pc:docMk/>
            <pc:sldMk cId="1125633029" sldId="271"/>
            <ac:picMk id="7" creationId="{ED5C2AE2-3BE9-E4E2-0E1A-A4CB8B981A87}"/>
          </ac:picMkLst>
        </pc:picChg>
        <pc:picChg chg="add mod">
          <ac:chgData name="Berghout, Joanne (NIH/NIAID) [C]" userId="d15a409a-f0dc-40cf-9c9a-c9d1b560d691" providerId="ADAL" clId="{40EC691D-D2DF-5B2D-915A-C4E95DF248E3}" dt="2026-09-06T08:22:44.231" v="9892" actId="1076"/>
          <ac:picMkLst>
            <pc:docMk/>
            <pc:sldMk cId="1125633029" sldId="271"/>
            <ac:picMk id="9" creationId="{5096F119-43AA-134D-E877-696FD7859B51}"/>
          </ac:picMkLst>
        </pc:picChg>
        <pc:picChg chg="add mod">
          <ac:chgData name="Berghout, Joanne (NIH/NIAID) [C]" userId="d15a409a-f0dc-40cf-9c9a-c9d1b560d691" providerId="ADAL" clId="{40EC691D-D2DF-5B2D-915A-C4E95DF248E3}" dt="2026-09-06T08:22:45.881" v="9893" actId="1076"/>
          <ac:picMkLst>
            <pc:docMk/>
            <pc:sldMk cId="1125633029" sldId="271"/>
            <ac:picMk id="10" creationId="{5D510421-3404-0244-24EC-9AC04582B6FC}"/>
          </ac:picMkLst>
        </pc:picChg>
        <pc:picChg chg="add mod modCrop">
          <ac:chgData name="Berghout, Joanne (NIH/NIAID) [C]" userId="d15a409a-f0dc-40cf-9c9a-c9d1b560d691" providerId="ADAL" clId="{40EC691D-D2DF-5B2D-915A-C4E95DF248E3}" dt="2026-09-06T08:22:48.987" v="9895" actId="1076"/>
          <ac:picMkLst>
            <pc:docMk/>
            <pc:sldMk cId="1125633029" sldId="271"/>
            <ac:picMk id="11" creationId="{DC79EC7F-220C-581B-64FF-7E1F964F1E89}"/>
          </ac:picMkLst>
        </pc:picChg>
      </pc:sldChg>
      <pc:sldChg chg="modSp add del mod">
        <pc:chgData name="Berghout, Joanne (NIH/NIAID) [C]" userId="d15a409a-f0dc-40cf-9c9a-c9d1b560d691" providerId="ADAL" clId="{40EC691D-D2DF-5B2D-915A-C4E95DF248E3}" dt="2026-09-07T20:33:17.546" v="10412" actId="2696"/>
        <pc:sldMkLst>
          <pc:docMk/>
          <pc:sldMk cId="535618836" sldId="272"/>
        </pc:sldMkLst>
        <pc:spChg chg="mod">
          <ac:chgData name="Berghout, Joanne (NIH/NIAID) [C]" userId="d15a409a-f0dc-40cf-9c9a-c9d1b560d691" providerId="ADAL" clId="{40EC691D-D2DF-5B2D-915A-C4E95DF248E3}" dt="2026-09-07T20:30:12.548" v="10400"/>
          <ac:spMkLst>
            <pc:docMk/>
            <pc:sldMk cId="535618836" sldId="272"/>
            <ac:spMk id="2" creationId="{7E087474-6DDB-1CF0-28EC-7EB840ABE6B2}"/>
          </ac:spMkLst>
        </pc:spChg>
        <pc:spChg chg="mod">
          <ac:chgData name="Berghout, Joanne (NIH/NIAID) [C]" userId="d15a409a-f0dc-40cf-9c9a-c9d1b560d691" providerId="ADAL" clId="{40EC691D-D2DF-5B2D-915A-C4E95DF248E3}" dt="2026-09-07T20:24:29.107" v="10275" actId="255"/>
          <ac:spMkLst>
            <pc:docMk/>
            <pc:sldMk cId="535618836" sldId="272"/>
            <ac:spMk id="3" creationId="{B5C80210-6DD1-8591-600B-FDEA285A5E07}"/>
          </ac:spMkLst>
        </pc:spChg>
      </pc:sldChg>
      <pc:sldChg chg="addSp delSp modSp new del mod ord">
        <pc:chgData name="Berghout, Joanne (NIH/NIAID) [C]" userId="d15a409a-f0dc-40cf-9c9a-c9d1b560d691" providerId="ADAL" clId="{40EC691D-D2DF-5B2D-915A-C4E95DF248E3}" dt="2026-09-07T20:32:11.510" v="10407" actId="2696"/>
        <pc:sldMkLst>
          <pc:docMk/>
          <pc:sldMk cId="1357411801" sldId="273"/>
        </pc:sldMkLst>
        <pc:spChg chg="del">
          <ac:chgData name="Berghout, Joanne (NIH/NIAID) [C]" userId="d15a409a-f0dc-40cf-9c9a-c9d1b560d691" providerId="ADAL" clId="{40EC691D-D2DF-5B2D-915A-C4E95DF248E3}" dt="2026-09-06T02:14:38.068" v="6852"/>
          <ac:spMkLst>
            <pc:docMk/>
            <pc:sldMk cId="1357411801" sldId="273"/>
            <ac:spMk id="2" creationId="{B432CA11-72E8-7824-64DC-EC8ACC2B1B55}"/>
          </ac:spMkLst>
        </pc:spChg>
        <pc:spChg chg="mod">
          <ac:chgData name="Berghout, Joanne (NIH/NIAID) [C]" userId="d15a409a-f0dc-40cf-9c9a-c9d1b560d691" providerId="ADAL" clId="{40EC691D-D2DF-5B2D-915A-C4E95DF248E3}" dt="2026-09-07T20:21:01.881" v="10232" actId="255"/>
          <ac:spMkLst>
            <pc:docMk/>
            <pc:sldMk cId="1357411801" sldId="273"/>
            <ac:spMk id="3" creationId="{1BCF793E-C3AF-7DBD-2915-C3D351EDB9C7}"/>
          </ac:spMkLst>
        </pc:spChg>
        <pc:spChg chg="add mod">
          <ac:chgData name="Berghout, Joanne (NIH/NIAID) [C]" userId="d15a409a-f0dc-40cf-9c9a-c9d1b560d691" providerId="ADAL" clId="{40EC691D-D2DF-5B2D-915A-C4E95DF248E3}" dt="2026-09-06T02:41:08.068" v="9448" actId="207"/>
          <ac:spMkLst>
            <pc:docMk/>
            <pc:sldMk cId="1357411801" sldId="273"/>
            <ac:spMk id="4" creationId="{D6C9E40D-2AED-D5EC-889F-3C739E00C212}"/>
          </ac:spMkLst>
        </pc:spChg>
        <pc:spChg chg="add mod">
          <ac:chgData name="Berghout, Joanne (NIH/NIAID) [C]" userId="d15a409a-f0dc-40cf-9c9a-c9d1b560d691" providerId="ADAL" clId="{40EC691D-D2DF-5B2D-915A-C4E95DF248E3}" dt="2026-09-07T10:54:09.724" v="9949" actId="1076"/>
          <ac:spMkLst>
            <pc:docMk/>
            <pc:sldMk cId="1357411801" sldId="273"/>
            <ac:spMk id="6" creationId="{5A01FDE3-D3B0-8F27-C382-993A81D2CE55}"/>
          </ac:spMkLst>
        </pc:spChg>
        <pc:picChg chg="add mod modCrop">
          <ac:chgData name="Berghout, Joanne (NIH/NIAID) [C]" userId="d15a409a-f0dc-40cf-9c9a-c9d1b560d691" providerId="ADAL" clId="{40EC691D-D2DF-5B2D-915A-C4E95DF248E3}" dt="2026-09-07T10:55:04.024" v="9955" actId="14100"/>
          <ac:picMkLst>
            <pc:docMk/>
            <pc:sldMk cId="1357411801" sldId="273"/>
            <ac:picMk id="7" creationId="{AC1009E2-EC90-4B9B-9F20-821BD200B5C9}"/>
          </ac:picMkLst>
        </pc:picChg>
      </pc:sldChg>
      <pc:sldChg chg="addSp delSp modSp add mod">
        <pc:chgData name="Berghout, Joanne (NIH/NIAID) [C]" userId="d15a409a-f0dc-40cf-9c9a-c9d1b560d691" providerId="ADAL" clId="{40EC691D-D2DF-5B2D-915A-C4E95DF248E3}" dt="2026-09-07T20:30:15.106" v="10401"/>
        <pc:sldMkLst>
          <pc:docMk/>
          <pc:sldMk cId="2722601250" sldId="274"/>
        </pc:sldMkLst>
        <pc:spChg chg="mod">
          <ac:chgData name="Berghout, Joanne (NIH/NIAID) [C]" userId="d15a409a-f0dc-40cf-9c9a-c9d1b560d691" providerId="ADAL" clId="{40EC691D-D2DF-5B2D-915A-C4E95DF248E3}" dt="2026-09-07T20:30:15.106" v="10401"/>
          <ac:spMkLst>
            <pc:docMk/>
            <pc:sldMk cId="2722601250" sldId="274"/>
            <ac:spMk id="2" creationId="{8EFDB5D4-6CF6-06FD-A4B7-7F6D8FBEE133}"/>
          </ac:spMkLst>
        </pc:spChg>
        <pc:spChg chg="mod">
          <ac:chgData name="Berghout, Joanne (NIH/NIAID) [C]" userId="d15a409a-f0dc-40cf-9c9a-c9d1b560d691" providerId="ADAL" clId="{40EC691D-D2DF-5B2D-915A-C4E95DF248E3}" dt="2026-09-07T20:28:12.094" v="10399" actId="20577"/>
          <ac:spMkLst>
            <pc:docMk/>
            <pc:sldMk cId="2722601250" sldId="274"/>
            <ac:spMk id="3" creationId="{0489ED1B-953C-1D90-D002-51ED3A1683C6}"/>
          </ac:spMkLst>
        </pc:spChg>
        <pc:spChg chg="add mod">
          <ac:chgData name="Berghout, Joanne (NIH/NIAID) [C]" userId="d15a409a-f0dc-40cf-9c9a-c9d1b560d691" providerId="ADAL" clId="{40EC691D-D2DF-5B2D-915A-C4E95DF248E3}" dt="2026-09-06T08:24:37.043" v="9917" actId="255"/>
          <ac:spMkLst>
            <pc:docMk/>
            <pc:sldMk cId="2722601250" sldId="274"/>
            <ac:spMk id="5" creationId="{075EBEA3-2C65-1216-AA47-FE96C18D3586}"/>
          </ac:spMkLst>
        </pc:spChg>
        <pc:picChg chg="add del mod">
          <ac:chgData name="Berghout, Joanne (NIH/NIAID) [C]" userId="d15a409a-f0dc-40cf-9c9a-c9d1b560d691" providerId="ADAL" clId="{40EC691D-D2DF-5B2D-915A-C4E95DF248E3}" dt="2026-09-06T08:25:49.875" v="9924" actId="478"/>
          <ac:picMkLst>
            <pc:docMk/>
            <pc:sldMk cId="2722601250" sldId="274"/>
            <ac:picMk id="6" creationId="{2BC0138B-35A0-6BE0-DF9D-36A581DCAD68}"/>
          </ac:picMkLst>
        </pc:picChg>
        <pc:picChg chg="add mod modCrop">
          <ac:chgData name="Berghout, Joanne (NIH/NIAID) [C]" userId="d15a409a-f0dc-40cf-9c9a-c9d1b560d691" providerId="ADAL" clId="{40EC691D-D2DF-5B2D-915A-C4E95DF248E3}" dt="2026-09-06T08:26:08.776" v="9931" actId="1076"/>
          <ac:picMkLst>
            <pc:docMk/>
            <pc:sldMk cId="2722601250" sldId="274"/>
            <ac:picMk id="7" creationId="{1E5C0B6F-6F8A-E28F-E7B2-FC99377E8768}"/>
          </ac:picMkLst>
        </pc:picChg>
      </pc:sldChg>
      <pc:sldChg chg="modSp new mod">
        <pc:chgData name="Berghout, Joanne (NIH/NIAID) [C]" userId="d15a409a-f0dc-40cf-9c9a-c9d1b560d691" providerId="ADAL" clId="{40EC691D-D2DF-5B2D-915A-C4E95DF248E3}" dt="2026-09-06T02:41:23.207" v="9454" actId="113"/>
        <pc:sldMkLst>
          <pc:docMk/>
          <pc:sldMk cId="1566124605" sldId="275"/>
        </pc:sldMkLst>
        <pc:spChg chg="mod">
          <ac:chgData name="Berghout, Joanne (NIH/NIAID) [C]" userId="d15a409a-f0dc-40cf-9c9a-c9d1b560d691" providerId="ADAL" clId="{40EC691D-D2DF-5B2D-915A-C4E95DF248E3}" dt="2026-09-06T02:41:23.207" v="9454" actId="113"/>
          <ac:spMkLst>
            <pc:docMk/>
            <pc:sldMk cId="1566124605" sldId="275"/>
            <ac:spMk id="2" creationId="{DFB46B70-350D-565A-1281-63031149329F}"/>
          </ac:spMkLst>
        </pc:spChg>
        <pc:spChg chg="mod">
          <ac:chgData name="Berghout, Joanne (NIH/NIAID) [C]" userId="d15a409a-f0dc-40cf-9c9a-c9d1b560d691" providerId="ADAL" clId="{40EC691D-D2DF-5B2D-915A-C4E95DF248E3}" dt="2026-09-06T02:30:07.714" v="8271" actId="20577"/>
          <ac:spMkLst>
            <pc:docMk/>
            <pc:sldMk cId="1566124605" sldId="275"/>
            <ac:spMk id="3" creationId="{73BE7006-89ED-92ED-B726-B5E68D039D7B}"/>
          </ac:spMkLst>
        </pc:spChg>
      </pc:sldChg>
      <pc:sldChg chg="modSp add mod ord modAnim">
        <pc:chgData name="Berghout, Joanne (NIH/NIAID) [C]" userId="d15a409a-f0dc-40cf-9c9a-c9d1b560d691" providerId="ADAL" clId="{40EC691D-D2DF-5B2D-915A-C4E95DF248E3}" dt="2026-09-06T02:41:16.483" v="9451" actId="255"/>
        <pc:sldMkLst>
          <pc:docMk/>
          <pc:sldMk cId="1703254046" sldId="276"/>
        </pc:sldMkLst>
        <pc:spChg chg="mod">
          <ac:chgData name="Berghout, Joanne (NIH/NIAID) [C]" userId="d15a409a-f0dc-40cf-9c9a-c9d1b560d691" providerId="ADAL" clId="{40EC691D-D2DF-5B2D-915A-C4E95DF248E3}" dt="2026-09-06T02:41:16.483" v="9451" actId="255"/>
          <ac:spMkLst>
            <pc:docMk/>
            <pc:sldMk cId="1703254046" sldId="276"/>
            <ac:spMk id="2" creationId="{ABD13913-800F-E5F4-FB80-875A4B2F83D0}"/>
          </ac:spMkLst>
        </pc:spChg>
      </pc:sldChg>
      <pc:sldChg chg="modSp new mod">
        <pc:chgData name="Berghout, Joanne (NIH/NIAID) [C]" userId="d15a409a-f0dc-40cf-9c9a-c9d1b560d691" providerId="ADAL" clId="{40EC691D-D2DF-5B2D-915A-C4E95DF248E3}" dt="2026-09-06T02:41:29.448" v="9456" actId="207"/>
        <pc:sldMkLst>
          <pc:docMk/>
          <pc:sldMk cId="206384052" sldId="277"/>
        </pc:sldMkLst>
        <pc:spChg chg="mod">
          <ac:chgData name="Berghout, Joanne (NIH/NIAID) [C]" userId="d15a409a-f0dc-40cf-9c9a-c9d1b560d691" providerId="ADAL" clId="{40EC691D-D2DF-5B2D-915A-C4E95DF248E3}" dt="2026-09-06T02:41:29.448" v="9456" actId="207"/>
          <ac:spMkLst>
            <pc:docMk/>
            <pc:sldMk cId="206384052" sldId="277"/>
            <ac:spMk id="2" creationId="{35194371-5BFA-98E1-604E-C06BD5834CAB}"/>
          </ac:spMkLst>
        </pc:spChg>
        <pc:spChg chg="mod">
          <ac:chgData name="Berghout, Joanne (NIH/NIAID) [C]" userId="d15a409a-f0dc-40cf-9c9a-c9d1b560d691" providerId="ADAL" clId="{40EC691D-D2DF-5B2D-915A-C4E95DF248E3}" dt="2026-09-06T02:37:35.405" v="9404" actId="20577"/>
          <ac:spMkLst>
            <pc:docMk/>
            <pc:sldMk cId="206384052" sldId="277"/>
            <ac:spMk id="3" creationId="{8247032F-4E51-993B-9E71-E2E962E09734}"/>
          </ac:spMkLst>
        </pc:spChg>
      </pc:sldChg>
      <pc:sldChg chg="addSp delSp modSp new mod">
        <pc:chgData name="Berghout, Joanne (NIH/NIAID) [C]" userId="d15a409a-f0dc-40cf-9c9a-c9d1b560d691" providerId="ADAL" clId="{40EC691D-D2DF-5B2D-915A-C4E95DF248E3}" dt="2026-09-06T07:45:30.060" v="9502" actId="207"/>
        <pc:sldMkLst>
          <pc:docMk/>
          <pc:sldMk cId="3364446149" sldId="278"/>
        </pc:sldMkLst>
        <pc:spChg chg="mod">
          <ac:chgData name="Berghout, Joanne (NIH/NIAID) [C]" userId="d15a409a-f0dc-40cf-9c9a-c9d1b560d691" providerId="ADAL" clId="{40EC691D-D2DF-5B2D-915A-C4E95DF248E3}" dt="2026-09-06T07:45:30.060" v="9502" actId="207"/>
          <ac:spMkLst>
            <pc:docMk/>
            <pc:sldMk cId="3364446149" sldId="278"/>
            <ac:spMk id="2" creationId="{013D4530-FF7A-89BA-DC9C-9E24E3F16872}"/>
          </ac:spMkLst>
        </pc:spChg>
        <pc:spChg chg="del">
          <ac:chgData name="Berghout, Joanne (NIH/NIAID) [C]" userId="d15a409a-f0dc-40cf-9c9a-c9d1b560d691" providerId="ADAL" clId="{40EC691D-D2DF-5B2D-915A-C4E95DF248E3}" dt="2026-09-06T07:42:32.684" v="9471"/>
          <ac:spMkLst>
            <pc:docMk/>
            <pc:sldMk cId="3364446149" sldId="278"/>
            <ac:spMk id="3" creationId="{DB30216B-9A5D-0646-7AAD-E2F6E8E8EA94}"/>
          </ac:spMkLst>
        </pc:spChg>
        <pc:picChg chg="add mod ord">
          <ac:chgData name="Berghout, Joanne (NIH/NIAID) [C]" userId="d15a409a-f0dc-40cf-9c9a-c9d1b560d691" providerId="ADAL" clId="{40EC691D-D2DF-5B2D-915A-C4E95DF248E3}" dt="2026-09-06T07:44:17.799" v="9477" actId="1076"/>
          <ac:picMkLst>
            <pc:docMk/>
            <pc:sldMk cId="3364446149" sldId="278"/>
            <ac:picMk id="5" creationId="{CBD73369-BBDD-C25A-F6E9-156F64779471}"/>
          </ac:picMkLst>
        </pc:picChg>
        <pc:picChg chg="add del mod">
          <ac:chgData name="Berghout, Joanne (NIH/NIAID) [C]" userId="d15a409a-f0dc-40cf-9c9a-c9d1b560d691" providerId="ADAL" clId="{40EC691D-D2DF-5B2D-915A-C4E95DF248E3}" dt="2026-09-06T07:44:41.298" v="9482" actId="478"/>
          <ac:picMkLst>
            <pc:docMk/>
            <pc:sldMk cId="3364446149" sldId="278"/>
            <ac:picMk id="7" creationId="{8119AC17-D5A7-D05A-B3A9-B4EBBA2C4B90}"/>
          </ac:picMkLst>
        </pc:picChg>
        <pc:picChg chg="add mod">
          <ac:chgData name="Berghout, Joanne (NIH/NIAID) [C]" userId="d15a409a-f0dc-40cf-9c9a-c9d1b560d691" providerId="ADAL" clId="{40EC691D-D2DF-5B2D-915A-C4E95DF248E3}" dt="2026-09-06T07:44:47.429" v="9485" actId="14100"/>
          <ac:picMkLst>
            <pc:docMk/>
            <pc:sldMk cId="3364446149" sldId="278"/>
            <ac:picMk id="9" creationId="{5B1FFC3B-2B33-2DD3-D409-8B29A0617586}"/>
          </ac:picMkLst>
        </pc:picChg>
      </pc:sldChg>
      <pc:sldChg chg="addSp delSp modSp new mod">
        <pc:chgData name="Berghout, Joanne (NIH/NIAID) [C]" userId="d15a409a-f0dc-40cf-9c9a-c9d1b560d691" providerId="ADAL" clId="{40EC691D-D2DF-5B2D-915A-C4E95DF248E3}" dt="2026-09-06T07:50:50.480" v="9560" actId="1076"/>
        <pc:sldMkLst>
          <pc:docMk/>
          <pc:sldMk cId="4216349886" sldId="279"/>
        </pc:sldMkLst>
        <pc:spChg chg="mod">
          <ac:chgData name="Berghout, Joanne (NIH/NIAID) [C]" userId="d15a409a-f0dc-40cf-9c9a-c9d1b560d691" providerId="ADAL" clId="{40EC691D-D2DF-5B2D-915A-C4E95DF248E3}" dt="2026-09-06T07:50:25.379" v="9555" actId="20577"/>
          <ac:spMkLst>
            <pc:docMk/>
            <pc:sldMk cId="4216349886" sldId="279"/>
            <ac:spMk id="2" creationId="{A136B71A-B1AF-CB09-CDE0-7127CCAEC806}"/>
          </ac:spMkLst>
        </pc:spChg>
        <pc:spChg chg="del">
          <ac:chgData name="Berghout, Joanne (NIH/NIAID) [C]" userId="d15a409a-f0dc-40cf-9c9a-c9d1b560d691" providerId="ADAL" clId="{40EC691D-D2DF-5B2D-915A-C4E95DF248E3}" dt="2026-09-06T07:47:50.015" v="9523"/>
          <ac:spMkLst>
            <pc:docMk/>
            <pc:sldMk cId="4216349886" sldId="279"/>
            <ac:spMk id="3" creationId="{476D7F11-ED4C-FDB7-149E-37AC9A730FA7}"/>
          </ac:spMkLst>
        </pc:spChg>
        <pc:spChg chg="add mod">
          <ac:chgData name="Berghout, Joanne (NIH/NIAID) [C]" userId="d15a409a-f0dc-40cf-9c9a-c9d1b560d691" providerId="ADAL" clId="{40EC691D-D2DF-5B2D-915A-C4E95DF248E3}" dt="2026-09-06T07:50:50.480" v="9560" actId="1076"/>
          <ac:spMkLst>
            <pc:docMk/>
            <pc:sldMk cId="4216349886" sldId="279"/>
            <ac:spMk id="13" creationId="{BC82505E-AF09-B599-C81E-8112D5A254C6}"/>
          </ac:spMkLst>
        </pc:spChg>
        <pc:picChg chg="add mod ord">
          <ac:chgData name="Berghout, Joanne (NIH/NIAID) [C]" userId="d15a409a-f0dc-40cf-9c9a-c9d1b560d691" providerId="ADAL" clId="{40EC691D-D2DF-5B2D-915A-C4E95DF248E3}" dt="2026-09-06T07:47:53.430" v="9525" actId="1076"/>
          <ac:picMkLst>
            <pc:docMk/>
            <pc:sldMk cId="4216349886" sldId="279"/>
            <ac:picMk id="5" creationId="{970207A1-9F1D-6352-A39E-6A5711740613}"/>
          </ac:picMkLst>
        </pc:picChg>
        <pc:picChg chg="add mod">
          <ac:chgData name="Berghout, Joanne (NIH/NIAID) [C]" userId="d15a409a-f0dc-40cf-9c9a-c9d1b560d691" providerId="ADAL" clId="{40EC691D-D2DF-5B2D-915A-C4E95DF248E3}" dt="2026-09-06T07:49:16.539" v="9533" actId="208"/>
          <ac:picMkLst>
            <pc:docMk/>
            <pc:sldMk cId="4216349886" sldId="279"/>
            <ac:picMk id="7" creationId="{02778B68-839A-3725-A2C9-4F0535380CA0}"/>
          </ac:picMkLst>
        </pc:picChg>
        <pc:cxnChg chg="add">
          <ac:chgData name="Berghout, Joanne (NIH/NIAID) [C]" userId="d15a409a-f0dc-40cf-9c9a-c9d1b560d691" providerId="ADAL" clId="{40EC691D-D2DF-5B2D-915A-C4E95DF248E3}" dt="2026-09-06T07:49:06.160" v="9531" actId="11529"/>
          <ac:cxnSpMkLst>
            <pc:docMk/>
            <pc:sldMk cId="4216349886" sldId="279"/>
            <ac:cxnSpMk id="9" creationId="{F6B1ED8A-E2AC-C9CE-DE63-F5C835E77A09}"/>
          </ac:cxnSpMkLst>
        </pc:cxnChg>
        <pc:cxnChg chg="add">
          <ac:chgData name="Berghout, Joanne (NIH/NIAID) [C]" userId="d15a409a-f0dc-40cf-9c9a-c9d1b560d691" providerId="ADAL" clId="{40EC691D-D2DF-5B2D-915A-C4E95DF248E3}" dt="2026-09-06T07:49:12.772" v="9532" actId="11529"/>
          <ac:cxnSpMkLst>
            <pc:docMk/>
            <pc:sldMk cId="4216349886" sldId="279"/>
            <ac:cxnSpMk id="11" creationId="{9ED99664-9883-57F2-D8C9-E2DD246551AB}"/>
          </ac:cxnSpMkLst>
        </pc:cxnChg>
      </pc:sldChg>
      <pc:sldChg chg="addSp delSp modSp new mod">
        <pc:chgData name="Berghout, Joanne (NIH/NIAID) [C]" userId="d15a409a-f0dc-40cf-9c9a-c9d1b560d691" providerId="ADAL" clId="{40EC691D-D2DF-5B2D-915A-C4E95DF248E3}" dt="2026-09-07T20:31:40.524" v="10406"/>
        <pc:sldMkLst>
          <pc:docMk/>
          <pc:sldMk cId="4261157989" sldId="280"/>
        </pc:sldMkLst>
        <pc:spChg chg="del">
          <ac:chgData name="Berghout, Joanne (NIH/NIAID) [C]" userId="d15a409a-f0dc-40cf-9c9a-c9d1b560d691" providerId="ADAL" clId="{40EC691D-D2DF-5B2D-915A-C4E95DF248E3}" dt="2026-09-07T20:31:26.019" v="10404" actId="478"/>
          <ac:spMkLst>
            <pc:docMk/>
            <pc:sldMk cId="4261157989" sldId="280"/>
            <ac:spMk id="2" creationId="{6A8E99B0-A92A-67E2-5DB5-958FD14BD3B4}"/>
          </ac:spMkLst>
        </pc:spChg>
        <pc:spChg chg="del">
          <ac:chgData name="Berghout, Joanne (NIH/NIAID) [C]" userId="d15a409a-f0dc-40cf-9c9a-c9d1b560d691" providerId="ADAL" clId="{40EC691D-D2DF-5B2D-915A-C4E95DF248E3}" dt="2026-09-07T20:31:40.120" v="10405" actId="478"/>
          <ac:spMkLst>
            <pc:docMk/>
            <pc:sldMk cId="4261157989" sldId="280"/>
            <ac:spMk id="3" creationId="{36680A20-BE15-25FF-6565-B614ED42205E}"/>
          </ac:spMkLst>
        </pc:spChg>
        <pc:spChg chg="add mod">
          <ac:chgData name="Berghout, Joanne (NIH/NIAID) [C]" userId="d15a409a-f0dc-40cf-9c9a-c9d1b560d691" providerId="ADAL" clId="{40EC691D-D2DF-5B2D-915A-C4E95DF248E3}" dt="2026-09-07T20:31:23.226" v="10403"/>
          <ac:spMkLst>
            <pc:docMk/>
            <pc:sldMk cId="4261157989" sldId="280"/>
            <ac:spMk id="4" creationId="{284F9C12-87CF-D924-C13E-13C8BDCD7A3F}"/>
          </ac:spMkLst>
        </pc:spChg>
        <pc:spChg chg="add mod">
          <ac:chgData name="Berghout, Joanne (NIH/NIAID) [C]" userId="d15a409a-f0dc-40cf-9c9a-c9d1b560d691" providerId="ADAL" clId="{40EC691D-D2DF-5B2D-915A-C4E95DF248E3}" dt="2026-09-07T20:31:40.524" v="10406"/>
          <ac:spMkLst>
            <pc:docMk/>
            <pc:sldMk cId="4261157989" sldId="280"/>
            <ac:spMk id="5" creationId="{A61A1936-F4EA-00B5-46A2-B7D0B78D4614}"/>
          </ac:spMkLst>
        </pc:spChg>
        <pc:spChg chg="add mod">
          <ac:chgData name="Berghout, Joanne (NIH/NIAID) [C]" userId="d15a409a-f0dc-40cf-9c9a-c9d1b560d691" providerId="ADAL" clId="{40EC691D-D2DF-5B2D-915A-C4E95DF248E3}" dt="2026-09-07T20:31:40.524" v="10406"/>
          <ac:spMkLst>
            <pc:docMk/>
            <pc:sldMk cId="4261157989" sldId="280"/>
            <ac:spMk id="6" creationId="{41A57AFF-455A-8D0F-4EB7-352AEA3804C9}"/>
          </ac:spMkLst>
        </pc:spChg>
        <pc:picChg chg="add mod">
          <ac:chgData name="Berghout, Joanne (NIH/NIAID) [C]" userId="d15a409a-f0dc-40cf-9c9a-c9d1b560d691" providerId="ADAL" clId="{40EC691D-D2DF-5B2D-915A-C4E95DF248E3}" dt="2026-09-07T20:31:40.524" v="10406"/>
          <ac:picMkLst>
            <pc:docMk/>
            <pc:sldMk cId="4261157989" sldId="280"/>
            <ac:picMk id="7" creationId="{AFE4227D-051F-99C2-1577-291AB67A1E1C}"/>
          </ac:picMkLst>
        </pc:picChg>
      </pc:sldChg>
      <pc:sldChg chg="addSp delSp modSp new mod modAnim">
        <pc:chgData name="Berghout, Joanne (NIH/NIAID) [C]" userId="d15a409a-f0dc-40cf-9c9a-c9d1b560d691" providerId="ADAL" clId="{40EC691D-D2DF-5B2D-915A-C4E95DF248E3}" dt="2026-09-07T20:40:43.989" v="10425"/>
        <pc:sldMkLst>
          <pc:docMk/>
          <pc:sldMk cId="2617340362" sldId="281"/>
        </pc:sldMkLst>
        <pc:spChg chg="del">
          <ac:chgData name="Berghout, Joanne (NIH/NIAID) [C]" userId="d15a409a-f0dc-40cf-9c9a-c9d1b560d691" providerId="ADAL" clId="{40EC691D-D2DF-5B2D-915A-C4E95DF248E3}" dt="2026-09-07T20:32:32.340" v="10409" actId="478"/>
          <ac:spMkLst>
            <pc:docMk/>
            <pc:sldMk cId="2617340362" sldId="281"/>
            <ac:spMk id="2" creationId="{4C288362-DE1D-9878-4515-D9FCC0D0D800}"/>
          </ac:spMkLst>
        </pc:spChg>
        <pc:spChg chg="del">
          <ac:chgData name="Berghout, Joanne (NIH/NIAID) [C]" userId="d15a409a-f0dc-40cf-9c9a-c9d1b560d691" providerId="ADAL" clId="{40EC691D-D2DF-5B2D-915A-C4E95DF248E3}" dt="2026-09-07T20:32:33.662" v="10410" actId="478"/>
          <ac:spMkLst>
            <pc:docMk/>
            <pc:sldMk cId="2617340362" sldId="281"/>
            <ac:spMk id="3" creationId="{74381060-F7A8-46AF-12ED-F4414CDD6AC2}"/>
          </ac:spMkLst>
        </pc:spChg>
        <pc:spChg chg="add mod">
          <ac:chgData name="Berghout, Joanne (NIH/NIAID) [C]" userId="d15a409a-f0dc-40cf-9c9a-c9d1b560d691" providerId="ADAL" clId="{40EC691D-D2DF-5B2D-915A-C4E95DF248E3}" dt="2026-09-07T20:33:32" v="10423" actId="20577"/>
          <ac:spMkLst>
            <pc:docMk/>
            <pc:sldMk cId="2617340362" sldId="281"/>
            <ac:spMk id="4" creationId="{93A59E1D-5C88-EC57-39F9-62C155821ACC}"/>
          </ac:spMkLst>
        </pc:spChg>
        <pc:spChg chg="add mod">
          <ac:chgData name="Berghout, Joanne (NIH/NIAID) [C]" userId="d15a409a-f0dc-40cf-9c9a-c9d1b560d691" providerId="ADAL" clId="{40EC691D-D2DF-5B2D-915A-C4E95DF248E3}" dt="2026-09-07T20:32:40.134" v="10411"/>
          <ac:spMkLst>
            <pc:docMk/>
            <pc:sldMk cId="2617340362" sldId="281"/>
            <ac:spMk id="5" creationId="{9A58F56D-2DA4-5062-D61C-69750F4CCDE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CE8DE2-6378-B645-8899-B6D3749863E7}" type="datetimeFigureOut">
              <a:rPr lang="en-US" smtClean="0"/>
              <a:t>9/7/26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1795E2-4432-7A4A-9C25-A85881826D8C}" type="slidenum">
              <a:rPr lang="en-US" smtClean="0"/>
              <a:t>‹#›</a:t>
            </a:fld>
            <a:endParaRPr lang="en-US"/>
          </a:p>
        </p:txBody>
      </p:sp>
    </p:spTree>
    <p:extLst>
      <p:ext uri="{BB962C8B-B14F-4D97-AF65-F5344CB8AC3E}">
        <p14:creationId xmlns:p14="http://schemas.microsoft.com/office/powerpoint/2010/main" val="23632221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795E2-4432-7A4A-9C25-A85881826D8C}" type="slidenum">
              <a:rPr lang="en-US" smtClean="0"/>
              <a:t>18</a:t>
            </a:fld>
            <a:endParaRPr lang="en-US"/>
          </a:p>
        </p:txBody>
      </p:sp>
    </p:spTree>
    <p:extLst>
      <p:ext uri="{BB962C8B-B14F-4D97-AF65-F5344CB8AC3E}">
        <p14:creationId xmlns:p14="http://schemas.microsoft.com/office/powerpoint/2010/main" val="9901941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7408D-CBCC-C432-21A8-816AC1498BB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1220FBF-3008-8B28-ADB4-113489F664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C9538FF-CA9D-234E-00C7-883DA3A85283}"/>
              </a:ext>
            </a:extLst>
          </p:cNvPr>
          <p:cNvSpPr>
            <a:spLocks noGrp="1"/>
          </p:cNvSpPr>
          <p:nvPr>
            <p:ph type="dt" sz="half" idx="10"/>
          </p:nvPr>
        </p:nvSpPr>
        <p:spPr/>
        <p:txBody>
          <a:bodyPr/>
          <a:lstStyle/>
          <a:p>
            <a:fld id="{C386893D-D945-534C-9947-F788B4DB88FD}" type="datetimeFigureOut">
              <a:rPr lang="en-US" smtClean="0"/>
              <a:t>9/7/26</a:t>
            </a:fld>
            <a:endParaRPr lang="en-US"/>
          </a:p>
        </p:txBody>
      </p:sp>
      <p:sp>
        <p:nvSpPr>
          <p:cNvPr id="5" name="Footer Placeholder 4">
            <a:extLst>
              <a:ext uri="{FF2B5EF4-FFF2-40B4-BE49-F238E27FC236}">
                <a16:creationId xmlns:a16="http://schemas.microsoft.com/office/drawing/2014/main" id="{2DDB6B68-A43C-2964-343F-43296EEF3C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8DF657-BB0C-48A1-5A85-3D370A52816C}"/>
              </a:ext>
            </a:extLst>
          </p:cNvPr>
          <p:cNvSpPr>
            <a:spLocks noGrp="1"/>
          </p:cNvSpPr>
          <p:nvPr>
            <p:ph type="sldNum" sz="quarter" idx="12"/>
          </p:nvPr>
        </p:nvSpPr>
        <p:spPr/>
        <p:txBody>
          <a:bodyPr/>
          <a:lstStyle/>
          <a:p>
            <a:fld id="{19A63F2C-D8A2-0F46-A25E-4809553396FA}" type="slidenum">
              <a:rPr lang="en-US" smtClean="0"/>
              <a:t>‹#›</a:t>
            </a:fld>
            <a:endParaRPr lang="en-US"/>
          </a:p>
        </p:txBody>
      </p:sp>
    </p:spTree>
    <p:extLst>
      <p:ext uri="{BB962C8B-B14F-4D97-AF65-F5344CB8AC3E}">
        <p14:creationId xmlns:p14="http://schemas.microsoft.com/office/powerpoint/2010/main" val="23789548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8355A-043C-CAC2-9EB5-3CC1BDC4107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5A9649-EE50-1ED3-DD43-0C3109F0DF5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938B89-AE7F-4520-0C90-45E60BBE2E77}"/>
              </a:ext>
            </a:extLst>
          </p:cNvPr>
          <p:cNvSpPr>
            <a:spLocks noGrp="1"/>
          </p:cNvSpPr>
          <p:nvPr>
            <p:ph type="dt" sz="half" idx="10"/>
          </p:nvPr>
        </p:nvSpPr>
        <p:spPr/>
        <p:txBody>
          <a:bodyPr/>
          <a:lstStyle/>
          <a:p>
            <a:fld id="{C386893D-D945-534C-9947-F788B4DB88FD}" type="datetimeFigureOut">
              <a:rPr lang="en-US" smtClean="0"/>
              <a:t>9/7/26</a:t>
            </a:fld>
            <a:endParaRPr lang="en-US"/>
          </a:p>
        </p:txBody>
      </p:sp>
      <p:sp>
        <p:nvSpPr>
          <p:cNvPr id="5" name="Footer Placeholder 4">
            <a:extLst>
              <a:ext uri="{FF2B5EF4-FFF2-40B4-BE49-F238E27FC236}">
                <a16:creationId xmlns:a16="http://schemas.microsoft.com/office/drawing/2014/main" id="{C4C7521A-8EA1-5C8D-2C51-4CB418C79A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9725FE-C23C-17DB-DE2D-259E88107B92}"/>
              </a:ext>
            </a:extLst>
          </p:cNvPr>
          <p:cNvSpPr>
            <a:spLocks noGrp="1"/>
          </p:cNvSpPr>
          <p:nvPr>
            <p:ph type="sldNum" sz="quarter" idx="12"/>
          </p:nvPr>
        </p:nvSpPr>
        <p:spPr/>
        <p:txBody>
          <a:bodyPr/>
          <a:lstStyle/>
          <a:p>
            <a:fld id="{19A63F2C-D8A2-0F46-A25E-4809553396FA}" type="slidenum">
              <a:rPr lang="en-US" smtClean="0"/>
              <a:t>‹#›</a:t>
            </a:fld>
            <a:endParaRPr lang="en-US"/>
          </a:p>
        </p:txBody>
      </p:sp>
    </p:spTree>
    <p:extLst>
      <p:ext uri="{BB962C8B-B14F-4D97-AF65-F5344CB8AC3E}">
        <p14:creationId xmlns:p14="http://schemas.microsoft.com/office/powerpoint/2010/main" val="601323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04841-C8A1-5118-C385-1AF930E17F9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510D9BB-5A28-DCF6-755D-27ADDCCB82B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547593-D260-7579-5F02-13D662410A6E}"/>
              </a:ext>
            </a:extLst>
          </p:cNvPr>
          <p:cNvSpPr>
            <a:spLocks noGrp="1"/>
          </p:cNvSpPr>
          <p:nvPr>
            <p:ph type="dt" sz="half" idx="10"/>
          </p:nvPr>
        </p:nvSpPr>
        <p:spPr/>
        <p:txBody>
          <a:bodyPr/>
          <a:lstStyle/>
          <a:p>
            <a:fld id="{C386893D-D945-534C-9947-F788B4DB88FD}" type="datetimeFigureOut">
              <a:rPr lang="en-US" smtClean="0"/>
              <a:t>9/7/26</a:t>
            </a:fld>
            <a:endParaRPr lang="en-US"/>
          </a:p>
        </p:txBody>
      </p:sp>
      <p:sp>
        <p:nvSpPr>
          <p:cNvPr id="5" name="Footer Placeholder 4">
            <a:extLst>
              <a:ext uri="{FF2B5EF4-FFF2-40B4-BE49-F238E27FC236}">
                <a16:creationId xmlns:a16="http://schemas.microsoft.com/office/drawing/2014/main" id="{ADEECD9D-3D45-4315-7D8B-1A81764771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000BC1-E52F-8AEC-FCD4-79DEF25035EF}"/>
              </a:ext>
            </a:extLst>
          </p:cNvPr>
          <p:cNvSpPr>
            <a:spLocks noGrp="1"/>
          </p:cNvSpPr>
          <p:nvPr>
            <p:ph type="sldNum" sz="quarter" idx="12"/>
          </p:nvPr>
        </p:nvSpPr>
        <p:spPr/>
        <p:txBody>
          <a:bodyPr/>
          <a:lstStyle/>
          <a:p>
            <a:fld id="{19A63F2C-D8A2-0F46-A25E-4809553396FA}" type="slidenum">
              <a:rPr lang="en-US" smtClean="0"/>
              <a:t>‹#›</a:t>
            </a:fld>
            <a:endParaRPr lang="en-US"/>
          </a:p>
        </p:txBody>
      </p:sp>
    </p:spTree>
    <p:extLst>
      <p:ext uri="{BB962C8B-B14F-4D97-AF65-F5344CB8AC3E}">
        <p14:creationId xmlns:p14="http://schemas.microsoft.com/office/powerpoint/2010/main" val="35751654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EF027-DBEA-DC12-4F6D-C8CCB95963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45305E8-8669-94AA-C96E-539FCFD44B0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7F8EFF0-6564-9170-CFBE-E01714D426B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6D5024C-27EE-7226-57E5-27532F8CFB9B}"/>
              </a:ext>
            </a:extLst>
          </p:cNvPr>
          <p:cNvSpPr>
            <a:spLocks noGrp="1"/>
          </p:cNvSpPr>
          <p:nvPr>
            <p:ph type="dt" sz="half" idx="10"/>
          </p:nvPr>
        </p:nvSpPr>
        <p:spPr/>
        <p:txBody>
          <a:bodyPr/>
          <a:lstStyle/>
          <a:p>
            <a:fld id="{C386893D-D945-534C-9947-F788B4DB88FD}" type="datetimeFigureOut">
              <a:rPr lang="en-US" smtClean="0"/>
              <a:t>9/7/26</a:t>
            </a:fld>
            <a:endParaRPr lang="en-US"/>
          </a:p>
        </p:txBody>
      </p:sp>
      <p:sp>
        <p:nvSpPr>
          <p:cNvPr id="6" name="Footer Placeholder 5">
            <a:extLst>
              <a:ext uri="{FF2B5EF4-FFF2-40B4-BE49-F238E27FC236}">
                <a16:creationId xmlns:a16="http://schemas.microsoft.com/office/drawing/2014/main" id="{D1B74785-435D-B121-AABD-CCC3636C32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CEA679-040E-F3F8-C24E-1ABCE5D34D00}"/>
              </a:ext>
            </a:extLst>
          </p:cNvPr>
          <p:cNvSpPr>
            <a:spLocks noGrp="1"/>
          </p:cNvSpPr>
          <p:nvPr>
            <p:ph type="sldNum" sz="quarter" idx="12"/>
          </p:nvPr>
        </p:nvSpPr>
        <p:spPr/>
        <p:txBody>
          <a:bodyPr/>
          <a:lstStyle/>
          <a:p>
            <a:fld id="{19A63F2C-D8A2-0F46-A25E-4809553396FA}" type="slidenum">
              <a:rPr lang="en-US" smtClean="0"/>
              <a:t>‹#›</a:t>
            </a:fld>
            <a:endParaRPr lang="en-US"/>
          </a:p>
        </p:txBody>
      </p:sp>
    </p:spTree>
    <p:extLst>
      <p:ext uri="{BB962C8B-B14F-4D97-AF65-F5344CB8AC3E}">
        <p14:creationId xmlns:p14="http://schemas.microsoft.com/office/powerpoint/2010/main" val="32453244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1F3DE-43A9-E183-60F4-AC380C83503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12349B2-AC5C-31A5-3FC8-4D73C9173A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75BF4D7-2A42-B549-B9F2-7521FEC1F6B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6B9C025-247A-4102-729B-6AA9BDE1D5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8ED768-1047-5CF5-51E8-455368B23D0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6EACCFC-985C-7CA8-0FF9-CDB8AFE92940}"/>
              </a:ext>
            </a:extLst>
          </p:cNvPr>
          <p:cNvSpPr>
            <a:spLocks noGrp="1"/>
          </p:cNvSpPr>
          <p:nvPr>
            <p:ph type="dt" sz="half" idx="10"/>
          </p:nvPr>
        </p:nvSpPr>
        <p:spPr/>
        <p:txBody>
          <a:bodyPr/>
          <a:lstStyle/>
          <a:p>
            <a:fld id="{C386893D-D945-534C-9947-F788B4DB88FD}" type="datetimeFigureOut">
              <a:rPr lang="en-US" smtClean="0"/>
              <a:t>9/7/26</a:t>
            </a:fld>
            <a:endParaRPr lang="en-US"/>
          </a:p>
        </p:txBody>
      </p:sp>
      <p:sp>
        <p:nvSpPr>
          <p:cNvPr id="8" name="Footer Placeholder 7">
            <a:extLst>
              <a:ext uri="{FF2B5EF4-FFF2-40B4-BE49-F238E27FC236}">
                <a16:creationId xmlns:a16="http://schemas.microsoft.com/office/drawing/2014/main" id="{C4439C53-1328-7121-73BC-120930C1AD8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328CAF-380D-B145-72D2-CF6C86674C63}"/>
              </a:ext>
            </a:extLst>
          </p:cNvPr>
          <p:cNvSpPr>
            <a:spLocks noGrp="1"/>
          </p:cNvSpPr>
          <p:nvPr>
            <p:ph type="sldNum" sz="quarter" idx="12"/>
          </p:nvPr>
        </p:nvSpPr>
        <p:spPr/>
        <p:txBody>
          <a:bodyPr/>
          <a:lstStyle/>
          <a:p>
            <a:fld id="{19A63F2C-D8A2-0F46-A25E-4809553396FA}" type="slidenum">
              <a:rPr lang="en-US" smtClean="0"/>
              <a:t>‹#›</a:t>
            </a:fld>
            <a:endParaRPr lang="en-US"/>
          </a:p>
        </p:txBody>
      </p:sp>
    </p:spTree>
    <p:extLst>
      <p:ext uri="{BB962C8B-B14F-4D97-AF65-F5344CB8AC3E}">
        <p14:creationId xmlns:p14="http://schemas.microsoft.com/office/powerpoint/2010/main" val="4625123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64D10-2BE5-D0B2-F751-49A91AF540F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87FE7A1-C329-507F-DA3C-8BCBF6ADED9F}"/>
              </a:ext>
            </a:extLst>
          </p:cNvPr>
          <p:cNvSpPr>
            <a:spLocks noGrp="1"/>
          </p:cNvSpPr>
          <p:nvPr>
            <p:ph type="dt" sz="half" idx="10"/>
          </p:nvPr>
        </p:nvSpPr>
        <p:spPr/>
        <p:txBody>
          <a:bodyPr/>
          <a:lstStyle/>
          <a:p>
            <a:fld id="{C386893D-D945-534C-9947-F788B4DB88FD}" type="datetimeFigureOut">
              <a:rPr lang="en-US" smtClean="0"/>
              <a:t>9/7/26</a:t>
            </a:fld>
            <a:endParaRPr lang="en-US"/>
          </a:p>
        </p:txBody>
      </p:sp>
      <p:sp>
        <p:nvSpPr>
          <p:cNvPr id="4" name="Footer Placeholder 3">
            <a:extLst>
              <a:ext uri="{FF2B5EF4-FFF2-40B4-BE49-F238E27FC236}">
                <a16:creationId xmlns:a16="http://schemas.microsoft.com/office/drawing/2014/main" id="{121E6653-9C8F-8E0A-F6D7-11EFEA84D42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37B3AF7-42A9-182A-1491-90AAC1AD49DA}"/>
              </a:ext>
            </a:extLst>
          </p:cNvPr>
          <p:cNvSpPr>
            <a:spLocks noGrp="1"/>
          </p:cNvSpPr>
          <p:nvPr>
            <p:ph type="sldNum" sz="quarter" idx="12"/>
          </p:nvPr>
        </p:nvSpPr>
        <p:spPr/>
        <p:txBody>
          <a:bodyPr/>
          <a:lstStyle/>
          <a:p>
            <a:fld id="{19A63F2C-D8A2-0F46-A25E-4809553396FA}" type="slidenum">
              <a:rPr lang="en-US" smtClean="0"/>
              <a:t>‹#›</a:t>
            </a:fld>
            <a:endParaRPr lang="en-US"/>
          </a:p>
        </p:txBody>
      </p:sp>
    </p:spTree>
    <p:extLst>
      <p:ext uri="{BB962C8B-B14F-4D97-AF65-F5344CB8AC3E}">
        <p14:creationId xmlns:p14="http://schemas.microsoft.com/office/powerpoint/2010/main" val="20566050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93121E-BC21-FDC1-9D21-221361D0B6A6}"/>
              </a:ext>
            </a:extLst>
          </p:cNvPr>
          <p:cNvSpPr>
            <a:spLocks noGrp="1"/>
          </p:cNvSpPr>
          <p:nvPr>
            <p:ph type="dt" sz="half" idx="10"/>
          </p:nvPr>
        </p:nvSpPr>
        <p:spPr/>
        <p:txBody>
          <a:bodyPr/>
          <a:lstStyle/>
          <a:p>
            <a:fld id="{C386893D-D945-534C-9947-F788B4DB88FD}" type="datetimeFigureOut">
              <a:rPr lang="en-US" smtClean="0"/>
              <a:t>9/7/26</a:t>
            </a:fld>
            <a:endParaRPr lang="en-US"/>
          </a:p>
        </p:txBody>
      </p:sp>
      <p:sp>
        <p:nvSpPr>
          <p:cNvPr id="3" name="Footer Placeholder 2">
            <a:extLst>
              <a:ext uri="{FF2B5EF4-FFF2-40B4-BE49-F238E27FC236}">
                <a16:creationId xmlns:a16="http://schemas.microsoft.com/office/drawing/2014/main" id="{8901880D-E0A7-6298-3208-F9083DF4EA9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0EDC2F6-AF59-6AC3-02D8-DD880CE1766F}"/>
              </a:ext>
            </a:extLst>
          </p:cNvPr>
          <p:cNvSpPr>
            <a:spLocks noGrp="1"/>
          </p:cNvSpPr>
          <p:nvPr>
            <p:ph type="sldNum" sz="quarter" idx="12"/>
          </p:nvPr>
        </p:nvSpPr>
        <p:spPr/>
        <p:txBody>
          <a:bodyPr/>
          <a:lstStyle/>
          <a:p>
            <a:fld id="{19A63F2C-D8A2-0F46-A25E-4809553396FA}" type="slidenum">
              <a:rPr lang="en-US" smtClean="0"/>
              <a:t>‹#›</a:t>
            </a:fld>
            <a:endParaRPr lang="en-US"/>
          </a:p>
        </p:txBody>
      </p:sp>
    </p:spTree>
    <p:extLst>
      <p:ext uri="{BB962C8B-B14F-4D97-AF65-F5344CB8AC3E}">
        <p14:creationId xmlns:p14="http://schemas.microsoft.com/office/powerpoint/2010/main" val="42344444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6A6D7-69DE-8269-7B13-326B5E3447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1AB11B5-7F4C-6CEC-4F0E-D21B5C26609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C6B9B2-5290-04CC-AD05-8D534DDB50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ED437E-A720-6A2D-3D0F-53870F85BC7C}"/>
              </a:ext>
            </a:extLst>
          </p:cNvPr>
          <p:cNvSpPr>
            <a:spLocks noGrp="1"/>
          </p:cNvSpPr>
          <p:nvPr>
            <p:ph type="dt" sz="half" idx="10"/>
          </p:nvPr>
        </p:nvSpPr>
        <p:spPr/>
        <p:txBody>
          <a:bodyPr/>
          <a:lstStyle/>
          <a:p>
            <a:fld id="{C386893D-D945-534C-9947-F788B4DB88FD}" type="datetimeFigureOut">
              <a:rPr lang="en-US" smtClean="0"/>
              <a:t>9/7/26</a:t>
            </a:fld>
            <a:endParaRPr lang="en-US"/>
          </a:p>
        </p:txBody>
      </p:sp>
      <p:sp>
        <p:nvSpPr>
          <p:cNvPr id="6" name="Footer Placeholder 5">
            <a:extLst>
              <a:ext uri="{FF2B5EF4-FFF2-40B4-BE49-F238E27FC236}">
                <a16:creationId xmlns:a16="http://schemas.microsoft.com/office/drawing/2014/main" id="{DE5BAFD7-6252-0A90-73F0-05135CA85C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CADB73-4AB3-B779-DAFA-C8059C202BAD}"/>
              </a:ext>
            </a:extLst>
          </p:cNvPr>
          <p:cNvSpPr>
            <a:spLocks noGrp="1"/>
          </p:cNvSpPr>
          <p:nvPr>
            <p:ph type="sldNum" sz="quarter" idx="12"/>
          </p:nvPr>
        </p:nvSpPr>
        <p:spPr/>
        <p:txBody>
          <a:bodyPr/>
          <a:lstStyle/>
          <a:p>
            <a:fld id="{19A63F2C-D8A2-0F46-A25E-4809553396FA}" type="slidenum">
              <a:rPr lang="en-US" smtClean="0"/>
              <a:t>‹#›</a:t>
            </a:fld>
            <a:endParaRPr lang="en-US"/>
          </a:p>
        </p:txBody>
      </p:sp>
    </p:spTree>
    <p:extLst>
      <p:ext uri="{BB962C8B-B14F-4D97-AF65-F5344CB8AC3E}">
        <p14:creationId xmlns:p14="http://schemas.microsoft.com/office/powerpoint/2010/main" val="15005417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ACA32-DE98-0020-A33E-DAB770C77E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CB72FFE-9800-0962-D094-CF6B294200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427C0CD-6825-B162-F8B8-14044433E3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8D7C8D-0501-8CF3-7B4E-A13487767114}"/>
              </a:ext>
            </a:extLst>
          </p:cNvPr>
          <p:cNvSpPr>
            <a:spLocks noGrp="1"/>
          </p:cNvSpPr>
          <p:nvPr>
            <p:ph type="dt" sz="half" idx="10"/>
          </p:nvPr>
        </p:nvSpPr>
        <p:spPr/>
        <p:txBody>
          <a:bodyPr/>
          <a:lstStyle/>
          <a:p>
            <a:fld id="{C386893D-D945-534C-9947-F788B4DB88FD}" type="datetimeFigureOut">
              <a:rPr lang="en-US" smtClean="0"/>
              <a:t>9/7/26</a:t>
            </a:fld>
            <a:endParaRPr lang="en-US"/>
          </a:p>
        </p:txBody>
      </p:sp>
      <p:sp>
        <p:nvSpPr>
          <p:cNvPr id="6" name="Footer Placeholder 5">
            <a:extLst>
              <a:ext uri="{FF2B5EF4-FFF2-40B4-BE49-F238E27FC236}">
                <a16:creationId xmlns:a16="http://schemas.microsoft.com/office/drawing/2014/main" id="{556CDD72-F127-9541-9FC5-F8431F0F8D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1DF5E4-A078-70A5-17D8-8F53AC5ABD7F}"/>
              </a:ext>
            </a:extLst>
          </p:cNvPr>
          <p:cNvSpPr>
            <a:spLocks noGrp="1"/>
          </p:cNvSpPr>
          <p:nvPr>
            <p:ph type="sldNum" sz="quarter" idx="12"/>
          </p:nvPr>
        </p:nvSpPr>
        <p:spPr/>
        <p:txBody>
          <a:bodyPr/>
          <a:lstStyle/>
          <a:p>
            <a:fld id="{19A63F2C-D8A2-0F46-A25E-4809553396FA}" type="slidenum">
              <a:rPr lang="en-US" smtClean="0"/>
              <a:t>‹#›</a:t>
            </a:fld>
            <a:endParaRPr lang="en-US"/>
          </a:p>
        </p:txBody>
      </p:sp>
    </p:spTree>
    <p:extLst>
      <p:ext uri="{BB962C8B-B14F-4D97-AF65-F5344CB8AC3E}">
        <p14:creationId xmlns:p14="http://schemas.microsoft.com/office/powerpoint/2010/main" val="25213502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FE59B-8F74-F115-9975-3EB769ED82D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89315BB-4BE8-3F52-EBF7-7E0EDEE7AA3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C91A59-D09A-268E-608A-C3C24C3186E7}"/>
              </a:ext>
            </a:extLst>
          </p:cNvPr>
          <p:cNvSpPr>
            <a:spLocks noGrp="1"/>
          </p:cNvSpPr>
          <p:nvPr>
            <p:ph type="dt" sz="half" idx="10"/>
          </p:nvPr>
        </p:nvSpPr>
        <p:spPr/>
        <p:txBody>
          <a:bodyPr/>
          <a:lstStyle/>
          <a:p>
            <a:fld id="{C386893D-D945-534C-9947-F788B4DB88FD}" type="datetimeFigureOut">
              <a:rPr lang="en-US" smtClean="0"/>
              <a:t>9/7/26</a:t>
            </a:fld>
            <a:endParaRPr lang="en-US"/>
          </a:p>
        </p:txBody>
      </p:sp>
      <p:sp>
        <p:nvSpPr>
          <p:cNvPr id="5" name="Footer Placeholder 4">
            <a:extLst>
              <a:ext uri="{FF2B5EF4-FFF2-40B4-BE49-F238E27FC236}">
                <a16:creationId xmlns:a16="http://schemas.microsoft.com/office/drawing/2014/main" id="{DB5D4355-86EE-8DE4-5D67-07DEE8252E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B6BB28-9A50-E61A-160C-067F14FFFDE7}"/>
              </a:ext>
            </a:extLst>
          </p:cNvPr>
          <p:cNvSpPr>
            <a:spLocks noGrp="1"/>
          </p:cNvSpPr>
          <p:nvPr>
            <p:ph type="sldNum" sz="quarter" idx="12"/>
          </p:nvPr>
        </p:nvSpPr>
        <p:spPr/>
        <p:txBody>
          <a:bodyPr/>
          <a:lstStyle/>
          <a:p>
            <a:fld id="{19A63F2C-D8A2-0F46-A25E-4809553396FA}" type="slidenum">
              <a:rPr lang="en-US" smtClean="0"/>
              <a:t>‹#›</a:t>
            </a:fld>
            <a:endParaRPr lang="en-US"/>
          </a:p>
        </p:txBody>
      </p:sp>
    </p:spTree>
    <p:extLst>
      <p:ext uri="{BB962C8B-B14F-4D97-AF65-F5344CB8AC3E}">
        <p14:creationId xmlns:p14="http://schemas.microsoft.com/office/powerpoint/2010/main" val="40587318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09922F-EAED-1E32-C91F-3B645AADE5B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B826136-1ED8-F9C7-4488-5F78715D461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D27A29-0500-023D-2B2D-5700D30210C9}"/>
              </a:ext>
            </a:extLst>
          </p:cNvPr>
          <p:cNvSpPr>
            <a:spLocks noGrp="1"/>
          </p:cNvSpPr>
          <p:nvPr>
            <p:ph type="dt" sz="half" idx="10"/>
          </p:nvPr>
        </p:nvSpPr>
        <p:spPr/>
        <p:txBody>
          <a:bodyPr/>
          <a:lstStyle/>
          <a:p>
            <a:fld id="{C386893D-D945-534C-9947-F788B4DB88FD}" type="datetimeFigureOut">
              <a:rPr lang="en-US" smtClean="0"/>
              <a:t>9/7/26</a:t>
            </a:fld>
            <a:endParaRPr lang="en-US"/>
          </a:p>
        </p:txBody>
      </p:sp>
      <p:sp>
        <p:nvSpPr>
          <p:cNvPr id="5" name="Footer Placeholder 4">
            <a:extLst>
              <a:ext uri="{FF2B5EF4-FFF2-40B4-BE49-F238E27FC236}">
                <a16:creationId xmlns:a16="http://schemas.microsoft.com/office/drawing/2014/main" id="{98AFA55F-C0FD-D4CD-68D1-6CB79484EB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A81B3F-7E33-7B8B-050A-B67C17426C1A}"/>
              </a:ext>
            </a:extLst>
          </p:cNvPr>
          <p:cNvSpPr>
            <a:spLocks noGrp="1"/>
          </p:cNvSpPr>
          <p:nvPr>
            <p:ph type="sldNum" sz="quarter" idx="12"/>
          </p:nvPr>
        </p:nvSpPr>
        <p:spPr/>
        <p:txBody>
          <a:bodyPr/>
          <a:lstStyle/>
          <a:p>
            <a:fld id="{19A63F2C-D8A2-0F46-A25E-4809553396FA}" type="slidenum">
              <a:rPr lang="en-US" smtClean="0"/>
              <a:t>‹#›</a:t>
            </a:fld>
            <a:endParaRPr lang="en-US"/>
          </a:p>
        </p:txBody>
      </p:sp>
    </p:spTree>
    <p:extLst>
      <p:ext uri="{BB962C8B-B14F-4D97-AF65-F5344CB8AC3E}">
        <p14:creationId xmlns:p14="http://schemas.microsoft.com/office/powerpoint/2010/main" val="26658175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54DC627-DD35-74BF-20EB-DCCEF44B20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4BC86FB-C50A-B333-1F32-D498D53E9B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30F8A7-45C9-D51E-FFB5-C611305CF2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386893D-D945-534C-9947-F788B4DB88FD}" type="datetimeFigureOut">
              <a:rPr lang="en-US" smtClean="0"/>
              <a:t>9/7/26</a:t>
            </a:fld>
            <a:endParaRPr lang="en-US"/>
          </a:p>
        </p:txBody>
      </p:sp>
      <p:sp>
        <p:nvSpPr>
          <p:cNvPr id="5" name="Footer Placeholder 4">
            <a:extLst>
              <a:ext uri="{FF2B5EF4-FFF2-40B4-BE49-F238E27FC236}">
                <a16:creationId xmlns:a16="http://schemas.microsoft.com/office/drawing/2014/main" id="{F6A39E6A-C3CE-211E-FA43-6CA479DED6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D42FF77-C15D-53C7-A033-D75C94D4C2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9A63F2C-D8A2-0F46-A25E-4809553396FA}" type="slidenum">
              <a:rPr lang="en-US" smtClean="0"/>
              <a:t>‹#›</a:t>
            </a:fld>
            <a:endParaRPr lang="en-US"/>
          </a:p>
        </p:txBody>
      </p:sp>
    </p:spTree>
    <p:extLst>
      <p:ext uri="{BB962C8B-B14F-4D97-AF65-F5344CB8AC3E}">
        <p14:creationId xmlns:p14="http://schemas.microsoft.com/office/powerpoint/2010/main" val="32283921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pmc.ncbi.nlm.nih.gov/articles/PMC5473734/"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7" Type="http://schemas.openxmlformats.org/officeDocument/2006/relationships/image" Target="../media/image10.png"/><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slides/_rels/slide8.xml.rels><?xml version="1.0" encoding="UTF-8" standalone="yes"?>
<Relationships xmlns="http://schemas.openxmlformats.org/package/2006/relationships"><Relationship Id="rId2" Type="http://schemas.openxmlformats.org/officeDocument/2006/relationships/hyperlink" Target="https://pmc.ncbi.nlm.nih.gov/articles/PMC3415556/"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pmc.ncbi.nlm.nih.gov/articles/PMC5473734/"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gnomad.broadinstitute.org/" TargetMode="External"/><Relationship Id="rId2" Type="http://schemas.openxmlformats.org/officeDocument/2006/relationships/hyperlink" Target="https://www.ncbi.nlm.nih.gov/clinvar/" TargetMode="External"/><Relationship Id="rId1" Type="http://schemas.openxmlformats.org/officeDocument/2006/relationships/slideLayout" Target="../slideLayouts/slideLayout2.xml"/><Relationship Id="rId5" Type="http://schemas.openxmlformats.org/officeDocument/2006/relationships/hyperlink" Target="https://databrowser.researchallofus.org/snvsindels/" TargetMode="External"/><Relationship Id="rId4" Type="http://schemas.openxmlformats.org/officeDocument/2006/relationships/hyperlink" Target="https://gnomad.broadinstitute.org/news/2024-06-genie/"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gnomad.broadinstitute.org/"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24.jpg"/><Relationship Id="rId5" Type="http://schemas.openxmlformats.org/officeDocument/2006/relationships/image" Target="../media/image23.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hyperlink" Target="https://pubmed.ncbi.nlm.nih.gov/30661751/"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hyperlink" Target="https://www.science.org/doi/10.1126/science.adg7492"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pmc.ncbi.nlm.nih.gov/articles/PMC5473734/"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EC6FE-CA9F-A806-6C49-1B6C262B7480}"/>
              </a:ext>
            </a:extLst>
          </p:cNvPr>
          <p:cNvSpPr>
            <a:spLocks noGrp="1"/>
          </p:cNvSpPr>
          <p:nvPr>
            <p:ph type="ctrTitle"/>
          </p:nvPr>
        </p:nvSpPr>
        <p:spPr>
          <a:xfrm>
            <a:off x="1524000" y="1579563"/>
            <a:ext cx="9144000" cy="2387600"/>
          </a:xfrm>
        </p:spPr>
        <p:txBody>
          <a:bodyPr>
            <a:normAutofit fontScale="90000"/>
          </a:bodyPr>
          <a:lstStyle/>
          <a:p>
            <a:r>
              <a:rPr lang="en-US" b="1" dirty="0">
                <a:solidFill>
                  <a:schemeClr val="accent1"/>
                </a:solidFill>
              </a:rPr>
              <a:t>ACE Workshop:</a:t>
            </a:r>
            <a:br>
              <a:rPr lang="en-US" b="1" dirty="0">
                <a:solidFill>
                  <a:schemeClr val="accent1"/>
                </a:solidFill>
              </a:rPr>
            </a:br>
            <a:r>
              <a:rPr lang="en-US" b="1" dirty="0">
                <a:solidFill>
                  <a:schemeClr val="accent1"/>
                </a:solidFill>
              </a:rPr>
              <a:t>Rare disease genetics and burden testing</a:t>
            </a:r>
          </a:p>
        </p:txBody>
      </p:sp>
      <p:sp>
        <p:nvSpPr>
          <p:cNvPr id="3" name="Subtitle 2">
            <a:extLst>
              <a:ext uri="{FF2B5EF4-FFF2-40B4-BE49-F238E27FC236}">
                <a16:creationId xmlns:a16="http://schemas.microsoft.com/office/drawing/2014/main" id="{9D39204C-430B-6C98-1795-80445E9C7C6A}"/>
              </a:ext>
            </a:extLst>
          </p:cNvPr>
          <p:cNvSpPr>
            <a:spLocks noGrp="1"/>
          </p:cNvSpPr>
          <p:nvPr>
            <p:ph type="subTitle" idx="1"/>
          </p:nvPr>
        </p:nvSpPr>
        <p:spPr>
          <a:xfrm>
            <a:off x="1524000" y="4668838"/>
            <a:ext cx="9144000" cy="1655762"/>
          </a:xfrm>
        </p:spPr>
        <p:txBody>
          <a:bodyPr>
            <a:normAutofit fontScale="92500"/>
          </a:bodyPr>
          <a:lstStyle/>
          <a:p>
            <a:r>
              <a:rPr lang="en-US" dirty="0"/>
              <a:t>Presented by: Joanne Berghout, PhD</a:t>
            </a:r>
          </a:p>
          <a:p>
            <a:r>
              <a:rPr lang="en-US" dirty="0"/>
              <a:t>Human Computational Genomics Specialist, Bioinformatics and Computational Biology Branch, National Institute of Allergy and Infectious Disease (NIAID), National Institutes of Health (NIH), Bethesda, MD, USA</a:t>
            </a:r>
          </a:p>
        </p:txBody>
      </p:sp>
    </p:spTree>
    <p:extLst>
      <p:ext uri="{BB962C8B-B14F-4D97-AF65-F5344CB8AC3E}">
        <p14:creationId xmlns:p14="http://schemas.microsoft.com/office/powerpoint/2010/main" val="4054802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39A88-DE3C-5378-7E5B-FA2C2888EBD0}"/>
              </a:ext>
            </a:extLst>
          </p:cNvPr>
          <p:cNvSpPr>
            <a:spLocks noGrp="1"/>
          </p:cNvSpPr>
          <p:nvPr>
            <p:ph type="title"/>
          </p:nvPr>
        </p:nvSpPr>
        <p:spPr/>
        <p:txBody>
          <a:bodyPr/>
          <a:lstStyle/>
          <a:p>
            <a:r>
              <a:rPr lang="en-US" b="1" dirty="0">
                <a:solidFill>
                  <a:schemeClr val="accent1"/>
                </a:solidFill>
              </a:rPr>
              <a:t>Genetic variation and disease</a:t>
            </a:r>
          </a:p>
        </p:txBody>
      </p:sp>
      <p:sp>
        <p:nvSpPr>
          <p:cNvPr id="3" name="Content Placeholder 2">
            <a:extLst>
              <a:ext uri="{FF2B5EF4-FFF2-40B4-BE49-F238E27FC236}">
                <a16:creationId xmlns:a16="http://schemas.microsoft.com/office/drawing/2014/main" id="{C4771F10-62DA-DA11-0D10-8992BC1C5360}"/>
              </a:ext>
            </a:extLst>
          </p:cNvPr>
          <p:cNvSpPr>
            <a:spLocks noGrp="1"/>
          </p:cNvSpPr>
          <p:nvPr>
            <p:ph idx="1"/>
          </p:nvPr>
        </p:nvSpPr>
        <p:spPr/>
        <p:txBody>
          <a:bodyPr>
            <a:normAutofit/>
          </a:bodyPr>
          <a:lstStyle/>
          <a:p>
            <a:pPr>
              <a:lnSpc>
                <a:spcPct val="100000"/>
              </a:lnSpc>
            </a:pPr>
            <a:r>
              <a:rPr lang="en-US" sz="2400" dirty="0"/>
              <a:t>Every human genome is approximately 6 billion nucleotides long</a:t>
            </a:r>
          </a:p>
          <a:p>
            <a:pPr>
              <a:lnSpc>
                <a:spcPct val="100000"/>
              </a:lnSpc>
            </a:pPr>
            <a:r>
              <a:rPr lang="en-US" sz="2400" dirty="0"/>
              <a:t>Human genomes are 99.6% identical to each other, however:</a:t>
            </a:r>
          </a:p>
          <a:p>
            <a:pPr lvl="1">
              <a:lnSpc>
                <a:spcPct val="100000"/>
              </a:lnSpc>
            </a:pPr>
            <a:r>
              <a:rPr lang="en-US" sz="2000" dirty="0"/>
              <a:t>Each person carries approximately 5 million SNVs as well as other kinds of variation (insertions and deletions, tandem repeats, structural variation)</a:t>
            </a:r>
          </a:p>
          <a:p>
            <a:pPr>
              <a:lnSpc>
                <a:spcPct val="100000"/>
              </a:lnSpc>
            </a:pPr>
            <a:r>
              <a:rPr lang="en-US" sz="2400" dirty="0"/>
              <a:t>The vast majority of this variation is phenotypically and clinically neutral – it does nothing. </a:t>
            </a:r>
          </a:p>
          <a:p>
            <a:pPr>
              <a:lnSpc>
                <a:spcPct val="100000"/>
              </a:lnSpc>
            </a:pPr>
            <a:r>
              <a:rPr lang="en-US" sz="2400" dirty="0"/>
              <a:t>Another large fraction is common and has very small effect size on any human health traits</a:t>
            </a:r>
          </a:p>
          <a:p>
            <a:pPr>
              <a:lnSpc>
                <a:spcPct val="100000"/>
              </a:lnSpc>
            </a:pPr>
            <a:r>
              <a:rPr lang="en-US" sz="2400" dirty="0"/>
              <a:t>Certain examples of rare variation can be catastrophic and cause rare genetic diseases and syndromes</a:t>
            </a:r>
          </a:p>
        </p:txBody>
      </p:sp>
    </p:spTree>
    <p:extLst>
      <p:ext uri="{BB962C8B-B14F-4D97-AF65-F5344CB8AC3E}">
        <p14:creationId xmlns:p14="http://schemas.microsoft.com/office/powerpoint/2010/main" val="38797472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D8A87-5620-D263-1AE7-6205EAD15594}"/>
              </a:ext>
            </a:extLst>
          </p:cNvPr>
          <p:cNvSpPr>
            <a:spLocks noGrp="1"/>
          </p:cNvSpPr>
          <p:nvPr>
            <p:ph type="title"/>
          </p:nvPr>
        </p:nvSpPr>
        <p:spPr>
          <a:xfrm>
            <a:off x="831850" y="1143001"/>
            <a:ext cx="10515600" cy="1722862"/>
          </a:xfrm>
        </p:spPr>
        <p:txBody>
          <a:bodyPr>
            <a:normAutofit/>
          </a:bodyPr>
          <a:lstStyle/>
          <a:p>
            <a:r>
              <a:rPr lang="en-US" sz="3600" b="1" dirty="0">
                <a:solidFill>
                  <a:schemeClr val="accent1"/>
                </a:solidFill>
              </a:rPr>
              <a:t>A fundamental component of disease-focused research is distinguishing variants that matter from variants that are unrelated to the trait of interest</a:t>
            </a:r>
          </a:p>
        </p:txBody>
      </p:sp>
      <p:pic>
        <p:nvPicPr>
          <p:cNvPr id="5" name="Picture 4" descr="Has anybody found the needle in the haystack? - CubeUSA">
            <a:extLst>
              <a:ext uri="{FF2B5EF4-FFF2-40B4-BE49-F238E27FC236}">
                <a16:creationId xmlns:a16="http://schemas.microsoft.com/office/drawing/2014/main" id="{55A41D75-07A7-48AB-5C2B-501D3DC8BBCD}"/>
              </a:ext>
            </a:extLst>
          </p:cNvPr>
          <p:cNvPicPr>
            <a:picLocks noChangeAspect="1"/>
          </p:cNvPicPr>
          <p:nvPr/>
        </p:nvPicPr>
        <p:blipFill>
          <a:blip r:embed="rId2"/>
          <a:stretch>
            <a:fillRect/>
          </a:stretch>
        </p:blipFill>
        <p:spPr>
          <a:xfrm>
            <a:off x="1464510" y="3633538"/>
            <a:ext cx="4245426" cy="2815388"/>
          </a:xfrm>
          <a:prstGeom prst="rect">
            <a:avLst/>
          </a:prstGeom>
        </p:spPr>
      </p:pic>
      <p:pic>
        <p:nvPicPr>
          <p:cNvPr id="6" name="Picture 5" descr="One More Drop in the Ocean ~ Droplet photo from Smelt Bay Cortes Island  British Columbia, Canada - Island Light Photography">
            <a:extLst>
              <a:ext uri="{FF2B5EF4-FFF2-40B4-BE49-F238E27FC236}">
                <a16:creationId xmlns:a16="http://schemas.microsoft.com/office/drawing/2014/main" id="{0B31BF46-6AE7-1BE8-54A9-4A9DE90090F6}"/>
              </a:ext>
            </a:extLst>
          </p:cNvPr>
          <p:cNvPicPr>
            <a:picLocks noChangeAspect="1"/>
          </p:cNvPicPr>
          <p:nvPr/>
        </p:nvPicPr>
        <p:blipFill>
          <a:blip r:embed="rId3"/>
          <a:stretch>
            <a:fillRect/>
          </a:stretch>
        </p:blipFill>
        <p:spPr>
          <a:xfrm>
            <a:off x="6217372" y="3702676"/>
            <a:ext cx="4375381" cy="2746250"/>
          </a:xfrm>
          <a:prstGeom prst="rect">
            <a:avLst/>
          </a:prstGeom>
        </p:spPr>
      </p:pic>
    </p:spTree>
    <p:extLst>
      <p:ext uri="{BB962C8B-B14F-4D97-AF65-F5344CB8AC3E}">
        <p14:creationId xmlns:p14="http://schemas.microsoft.com/office/powerpoint/2010/main" val="2924442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2C97D3F-7948-2F5A-E36F-E3D140E45997}"/>
              </a:ext>
            </a:extLst>
          </p:cNvPr>
          <p:cNvSpPr>
            <a:spLocks noGrp="1"/>
          </p:cNvSpPr>
          <p:nvPr>
            <p:ph type="title"/>
          </p:nvPr>
        </p:nvSpPr>
        <p:spPr/>
        <p:txBody>
          <a:bodyPr/>
          <a:lstStyle/>
          <a:p>
            <a:r>
              <a:rPr lang="en-US" b="1" dirty="0">
                <a:solidFill>
                  <a:schemeClr val="accent1"/>
                </a:solidFill>
              </a:rPr>
              <a:t>Rare Genetic Disease</a:t>
            </a:r>
          </a:p>
        </p:txBody>
      </p:sp>
      <p:sp>
        <p:nvSpPr>
          <p:cNvPr id="5" name="Content Placeholder 4">
            <a:extLst>
              <a:ext uri="{FF2B5EF4-FFF2-40B4-BE49-F238E27FC236}">
                <a16:creationId xmlns:a16="http://schemas.microsoft.com/office/drawing/2014/main" id="{96D9B722-89CD-8000-5CBD-ABBA917AD882}"/>
              </a:ext>
            </a:extLst>
          </p:cNvPr>
          <p:cNvSpPr>
            <a:spLocks noGrp="1"/>
          </p:cNvSpPr>
          <p:nvPr>
            <p:ph idx="1"/>
          </p:nvPr>
        </p:nvSpPr>
        <p:spPr/>
        <p:txBody>
          <a:bodyPr/>
          <a:lstStyle/>
          <a:p>
            <a:pPr marL="514350" indent="-514350">
              <a:buFont typeface="+mj-lt"/>
              <a:buAutoNum type="arabicPeriod"/>
            </a:pPr>
            <a:r>
              <a:rPr lang="en-US" dirty="0"/>
              <a:t>Is a given </a:t>
            </a:r>
            <a:r>
              <a:rPr lang="en-US" b="1" dirty="0">
                <a:solidFill>
                  <a:schemeClr val="accent1"/>
                </a:solidFill>
              </a:rPr>
              <a:t>gene</a:t>
            </a:r>
            <a:r>
              <a:rPr lang="en-US" dirty="0"/>
              <a:t> causally associated with a disease?</a:t>
            </a:r>
          </a:p>
          <a:p>
            <a:pPr marL="514350" indent="-514350">
              <a:buFont typeface="+mj-lt"/>
              <a:buAutoNum type="arabicPeriod"/>
            </a:pPr>
            <a:r>
              <a:rPr lang="en-US" dirty="0"/>
              <a:t>Is a given </a:t>
            </a:r>
            <a:r>
              <a:rPr lang="en-US" b="1" dirty="0">
                <a:solidFill>
                  <a:schemeClr val="accent1"/>
                </a:solidFill>
              </a:rPr>
              <a:t>variant</a:t>
            </a:r>
            <a:r>
              <a:rPr lang="en-US" dirty="0"/>
              <a:t> affecting that gene associated with disease?</a:t>
            </a:r>
          </a:p>
        </p:txBody>
      </p:sp>
      <p:pic>
        <p:nvPicPr>
          <p:cNvPr id="6" name="Picture 5" descr="graphic showing genome v reference">
            <a:extLst>
              <a:ext uri="{FF2B5EF4-FFF2-40B4-BE49-F238E27FC236}">
                <a16:creationId xmlns:a16="http://schemas.microsoft.com/office/drawing/2014/main" id="{47301DFC-525F-90C1-21BC-BB2C72BAE867}"/>
              </a:ext>
            </a:extLst>
          </p:cNvPr>
          <p:cNvPicPr>
            <a:picLocks noChangeAspect="1"/>
          </p:cNvPicPr>
          <p:nvPr/>
        </p:nvPicPr>
        <p:blipFill>
          <a:blip r:embed="rId2"/>
          <a:stretch>
            <a:fillRect/>
          </a:stretch>
        </p:blipFill>
        <p:spPr>
          <a:xfrm>
            <a:off x="2883799" y="3157954"/>
            <a:ext cx="5604746" cy="3153946"/>
          </a:xfrm>
          <a:prstGeom prst="rect">
            <a:avLst/>
          </a:prstGeom>
        </p:spPr>
      </p:pic>
    </p:spTree>
    <p:extLst>
      <p:ext uri="{BB962C8B-B14F-4D97-AF65-F5344CB8AC3E}">
        <p14:creationId xmlns:p14="http://schemas.microsoft.com/office/powerpoint/2010/main" val="21070943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BC6FA-7929-EF74-9CB8-1A79D1FA9CA4}"/>
              </a:ext>
            </a:extLst>
          </p:cNvPr>
          <p:cNvSpPr>
            <a:spLocks noGrp="1"/>
          </p:cNvSpPr>
          <p:nvPr>
            <p:ph type="title"/>
          </p:nvPr>
        </p:nvSpPr>
        <p:spPr/>
        <p:txBody>
          <a:bodyPr/>
          <a:lstStyle/>
          <a:p>
            <a:r>
              <a:rPr lang="en-US" b="1" dirty="0">
                <a:solidFill>
                  <a:schemeClr val="accent1"/>
                </a:solidFill>
              </a:rPr>
              <a:t>Definitions:</a:t>
            </a:r>
          </a:p>
        </p:txBody>
      </p:sp>
      <p:sp>
        <p:nvSpPr>
          <p:cNvPr id="3" name="Content Placeholder 2">
            <a:extLst>
              <a:ext uri="{FF2B5EF4-FFF2-40B4-BE49-F238E27FC236}">
                <a16:creationId xmlns:a16="http://schemas.microsoft.com/office/drawing/2014/main" id="{D8B5EE4D-BAA1-B32A-5E55-B45BB98716C5}"/>
              </a:ext>
            </a:extLst>
          </p:cNvPr>
          <p:cNvSpPr>
            <a:spLocks noGrp="1"/>
          </p:cNvSpPr>
          <p:nvPr>
            <p:ph idx="1"/>
          </p:nvPr>
        </p:nvSpPr>
        <p:spPr>
          <a:xfrm>
            <a:off x="524107" y="1456566"/>
            <a:ext cx="11007043" cy="5012033"/>
          </a:xfrm>
        </p:spPr>
        <p:txBody>
          <a:bodyPr>
            <a:normAutofit/>
          </a:bodyPr>
          <a:lstStyle/>
          <a:p>
            <a:r>
              <a:rPr lang="en-US" sz="1800" b="1" dirty="0"/>
              <a:t>Gene: </a:t>
            </a:r>
            <a:r>
              <a:rPr lang="en-US" sz="1800" dirty="0"/>
              <a:t>the basic functional unit encoded in DNA and expressed into a discrete molecular product (mRNA, protein)</a:t>
            </a:r>
          </a:p>
          <a:p>
            <a:r>
              <a:rPr lang="en-US" sz="1800" b="1" dirty="0"/>
              <a:t>Allele/variant: </a:t>
            </a:r>
            <a:r>
              <a:rPr lang="en-US" sz="1800" dirty="0"/>
              <a:t>one of the two or more possible versions of a DNA sequence at a given genomic location (e.g. chr1:55039995-C). Can sometime describe the position itself with or without details of variation known to exist in the human population (e.g. chr1:55039995-C/T, rs334)</a:t>
            </a:r>
          </a:p>
          <a:p>
            <a:r>
              <a:rPr lang="en-US" sz="1800" b="1" dirty="0"/>
              <a:t>Diploid: </a:t>
            </a:r>
            <a:r>
              <a:rPr lang="en-US" sz="1800" dirty="0"/>
              <a:t>the presence of two complete sets of chromosomes in an organism’s cells, one set inherited from each parental gamete. Humans are diploid.</a:t>
            </a:r>
          </a:p>
          <a:p>
            <a:r>
              <a:rPr lang="en-US" sz="1800" b="1" dirty="0"/>
              <a:t>Genotype: </a:t>
            </a:r>
            <a:r>
              <a:rPr lang="en-US" sz="1800" dirty="0"/>
              <a:t>the diploid pair of alleles a given individual carries at a particular genomic location (e.g. AA, AG, GG, CT, …). Genotypes may be homozygous (identical to each other) or heterozygous (different from each other) in a person.</a:t>
            </a:r>
          </a:p>
          <a:p>
            <a:r>
              <a:rPr lang="en-US" sz="1800" b="1" dirty="0"/>
              <a:t>Reference genome: </a:t>
            </a:r>
            <a:r>
              <a:rPr lang="en-US" sz="1800" dirty="0"/>
              <a:t>an accepted representation of the human genome sequence (version controlled; GRCh38 is common) that is used by researchers as a standard for comparison to DNA sequences generated in their studies. The reference genome is not a “perfect and healthy” ideal human and because it is concretely ACTG at all loci, it contains alleles that may be associated with increased and/or decreased risk for common diseases, as well as versions of genes that may predict certain traits. The reference genome is not a real person.</a:t>
            </a:r>
          </a:p>
        </p:txBody>
      </p:sp>
    </p:spTree>
    <p:extLst>
      <p:ext uri="{BB962C8B-B14F-4D97-AF65-F5344CB8AC3E}">
        <p14:creationId xmlns:p14="http://schemas.microsoft.com/office/powerpoint/2010/main" val="24182733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0D702-CD10-4ED8-F12B-A1602CD9CF1A}"/>
              </a:ext>
            </a:extLst>
          </p:cNvPr>
          <p:cNvSpPr>
            <a:spLocks noGrp="1"/>
          </p:cNvSpPr>
          <p:nvPr>
            <p:ph type="title"/>
          </p:nvPr>
        </p:nvSpPr>
        <p:spPr/>
        <p:txBody>
          <a:bodyPr>
            <a:normAutofit/>
          </a:bodyPr>
          <a:lstStyle/>
          <a:p>
            <a:r>
              <a:rPr lang="en-US" sz="4000" b="1" dirty="0">
                <a:solidFill>
                  <a:schemeClr val="accent1"/>
                </a:solidFill>
              </a:rPr>
              <a:t>Principles of rare genetic disease association</a:t>
            </a:r>
          </a:p>
        </p:txBody>
      </p:sp>
      <p:pic>
        <p:nvPicPr>
          <p:cNvPr id="5" name="Picture 4" descr="Individuals must have two copies of the mutated gene to display an autosomal recessive condition. Heterozygous individuals (carriers) can transmit the allele to offspring but are not themselves affected.">
            <a:extLst>
              <a:ext uri="{FF2B5EF4-FFF2-40B4-BE49-F238E27FC236}">
                <a16:creationId xmlns:a16="http://schemas.microsoft.com/office/drawing/2014/main" id="{8421E832-A6F9-D111-222C-BD3EC3BE02D0}"/>
              </a:ext>
            </a:extLst>
          </p:cNvPr>
          <p:cNvPicPr>
            <a:picLocks noChangeAspect="1"/>
          </p:cNvPicPr>
          <p:nvPr/>
        </p:nvPicPr>
        <p:blipFill>
          <a:blip r:embed="rId2"/>
          <a:srcRect l="51592" t="12977"/>
          <a:stretch>
            <a:fillRect/>
          </a:stretch>
        </p:blipFill>
        <p:spPr>
          <a:xfrm>
            <a:off x="623454" y="2054603"/>
            <a:ext cx="2514600" cy="2748794"/>
          </a:xfrm>
          <a:prstGeom prst="rect">
            <a:avLst/>
          </a:prstGeom>
        </p:spPr>
      </p:pic>
      <p:sp>
        <p:nvSpPr>
          <p:cNvPr id="6" name="TextBox 5">
            <a:extLst>
              <a:ext uri="{FF2B5EF4-FFF2-40B4-BE49-F238E27FC236}">
                <a16:creationId xmlns:a16="http://schemas.microsoft.com/office/drawing/2014/main" id="{A0EA6BB8-8DE9-BB5F-150E-6EB3CFFF9668}"/>
              </a:ext>
            </a:extLst>
          </p:cNvPr>
          <p:cNvSpPr txBox="1"/>
          <p:nvPr/>
        </p:nvSpPr>
        <p:spPr>
          <a:xfrm>
            <a:off x="623454" y="4803397"/>
            <a:ext cx="2468946" cy="369332"/>
          </a:xfrm>
          <a:prstGeom prst="rect">
            <a:avLst/>
          </a:prstGeom>
          <a:noFill/>
        </p:spPr>
        <p:txBody>
          <a:bodyPr wrap="none" rtlCol="0">
            <a:spAutoFit/>
          </a:bodyPr>
          <a:lstStyle/>
          <a:p>
            <a:r>
              <a:rPr lang="en-US" dirty="0"/>
              <a:t>25%	50%	25%</a:t>
            </a:r>
          </a:p>
        </p:txBody>
      </p:sp>
      <p:sp>
        <p:nvSpPr>
          <p:cNvPr id="7" name="Right Bracket 6">
            <a:extLst>
              <a:ext uri="{FF2B5EF4-FFF2-40B4-BE49-F238E27FC236}">
                <a16:creationId xmlns:a16="http://schemas.microsoft.com/office/drawing/2014/main" id="{0E5E53A4-314C-35F3-5CBE-02B1BC3CC4EA}"/>
              </a:ext>
            </a:extLst>
          </p:cNvPr>
          <p:cNvSpPr/>
          <p:nvPr/>
        </p:nvSpPr>
        <p:spPr>
          <a:xfrm rot="5400000">
            <a:off x="1803404" y="4087908"/>
            <a:ext cx="71877" cy="1107802"/>
          </a:xfrm>
          <a:prstGeom prst="rightBracket">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 name="Rounded Rectangle 2">
            <a:extLst>
              <a:ext uri="{FF2B5EF4-FFF2-40B4-BE49-F238E27FC236}">
                <a16:creationId xmlns:a16="http://schemas.microsoft.com/office/drawing/2014/main" id="{2D583E1E-D277-1F78-1E89-BC714B4EAB0D}"/>
              </a:ext>
            </a:extLst>
          </p:cNvPr>
          <p:cNvSpPr/>
          <p:nvPr/>
        </p:nvSpPr>
        <p:spPr>
          <a:xfrm>
            <a:off x="2452255" y="3429000"/>
            <a:ext cx="691543" cy="1743729"/>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2">
            <a:extLst>
              <a:ext uri="{FF2B5EF4-FFF2-40B4-BE49-F238E27FC236}">
                <a16:creationId xmlns:a16="http://schemas.microsoft.com/office/drawing/2014/main" id="{A9D9BCFB-A01F-B354-439A-541AA0895970}"/>
              </a:ext>
            </a:extLst>
          </p:cNvPr>
          <p:cNvSpPr>
            <a:spLocks noGrp="1"/>
          </p:cNvSpPr>
          <p:nvPr>
            <p:ph idx="1"/>
          </p:nvPr>
        </p:nvSpPr>
        <p:spPr>
          <a:xfrm>
            <a:off x="3466396" y="1525439"/>
            <a:ext cx="8102150" cy="4943624"/>
          </a:xfrm>
        </p:spPr>
        <p:txBody>
          <a:bodyPr>
            <a:normAutofit/>
          </a:bodyPr>
          <a:lstStyle/>
          <a:p>
            <a:pPr marL="342900" indent="-342900">
              <a:lnSpc>
                <a:spcPct val="100000"/>
              </a:lnSpc>
              <a:buFont typeface="+mj-lt"/>
              <a:buAutoNum type="arabicPeriod"/>
            </a:pPr>
            <a:r>
              <a:rPr lang="en-US" sz="2400" dirty="0"/>
              <a:t>The causal variant must be rare</a:t>
            </a:r>
          </a:p>
          <a:p>
            <a:pPr marL="342900" indent="-342900">
              <a:lnSpc>
                <a:spcPct val="100000"/>
              </a:lnSpc>
              <a:buFont typeface="+mj-lt"/>
              <a:buAutoNum type="arabicPeriod"/>
            </a:pPr>
            <a:r>
              <a:rPr lang="en-US" sz="2400" dirty="0"/>
              <a:t>The causal variant must be more common in affected cases than it is in unaffected controls</a:t>
            </a:r>
          </a:p>
          <a:p>
            <a:pPr lvl="1">
              <a:lnSpc>
                <a:spcPct val="100000"/>
              </a:lnSpc>
            </a:pPr>
            <a:r>
              <a:rPr lang="en-US" sz="2000" dirty="0"/>
              <a:t>If there is family genetic data available, the causal variant should segregate with the trait in that family</a:t>
            </a:r>
          </a:p>
          <a:p>
            <a:pPr marL="342900" indent="-342900">
              <a:lnSpc>
                <a:spcPct val="100000"/>
              </a:lnSpc>
              <a:buFont typeface="+mj-lt"/>
              <a:buAutoNum type="arabicPeriod"/>
            </a:pPr>
            <a:r>
              <a:rPr lang="en-US" sz="2400" dirty="0"/>
              <a:t>The variant must have a functional effect on biology different from the reference</a:t>
            </a:r>
          </a:p>
          <a:p>
            <a:pPr lvl="1">
              <a:lnSpc>
                <a:spcPct val="100000"/>
              </a:lnSpc>
            </a:pPr>
            <a:r>
              <a:rPr lang="en-US" sz="2000" dirty="0"/>
              <a:t>Bioinformatics predictions, experimental assays</a:t>
            </a:r>
          </a:p>
          <a:p>
            <a:pPr marL="342900" indent="-342900">
              <a:lnSpc>
                <a:spcPct val="100000"/>
              </a:lnSpc>
              <a:buFont typeface="+mj-lt"/>
              <a:buAutoNum type="arabicPeriod"/>
            </a:pPr>
            <a:r>
              <a:rPr lang="en-US" sz="2400" dirty="0"/>
              <a:t>A second, independent line of evidence also supports the gene-disease relationship</a:t>
            </a:r>
          </a:p>
          <a:p>
            <a:pPr lvl="1">
              <a:lnSpc>
                <a:spcPct val="100000"/>
              </a:lnSpc>
            </a:pPr>
            <a:r>
              <a:rPr lang="en-US" sz="2000" dirty="0"/>
              <a:t>Other families or studies, animal models</a:t>
            </a:r>
          </a:p>
          <a:p>
            <a:pPr marL="342900" indent="-342900">
              <a:lnSpc>
                <a:spcPct val="100000"/>
              </a:lnSpc>
              <a:buFont typeface="+mj-lt"/>
              <a:buAutoNum type="arabicPeriod"/>
            </a:pPr>
            <a:endParaRPr lang="en-US" sz="2000" dirty="0"/>
          </a:p>
        </p:txBody>
      </p:sp>
      <p:sp>
        <p:nvSpPr>
          <p:cNvPr id="10" name="TextBox 9">
            <a:extLst>
              <a:ext uri="{FF2B5EF4-FFF2-40B4-BE49-F238E27FC236}">
                <a16:creationId xmlns:a16="http://schemas.microsoft.com/office/drawing/2014/main" id="{83E4A61F-6B2F-D79E-D6D2-C387FA44088E}"/>
              </a:ext>
            </a:extLst>
          </p:cNvPr>
          <p:cNvSpPr txBox="1"/>
          <p:nvPr/>
        </p:nvSpPr>
        <p:spPr>
          <a:xfrm>
            <a:off x="264442" y="6238230"/>
            <a:ext cx="11663115" cy="461665"/>
          </a:xfrm>
          <a:prstGeom prst="rect">
            <a:avLst/>
          </a:prstGeom>
          <a:noFill/>
        </p:spPr>
        <p:txBody>
          <a:bodyPr wrap="square">
            <a:spAutoFit/>
          </a:bodyPr>
          <a:lstStyle/>
          <a:p>
            <a:r>
              <a:rPr lang="en-US" sz="1200" b="0" i="0" dirty="0">
                <a:solidFill>
                  <a:schemeClr val="tx1"/>
                </a:solidFill>
                <a:effectLst/>
                <a:latin typeface="+mn-lt"/>
              </a:rPr>
              <a:t>Strande NT, et al. Evaluating the Clinical Validity of Gene-Disease Associations: An Evidence-Based Framework Developed by the Clinical Genome Resource. Am J Hum Genet. 2017 Jun 1;100(6):895-906. </a:t>
            </a:r>
            <a:r>
              <a:rPr lang="en-US" sz="1200" b="0" i="0" dirty="0" err="1">
                <a:solidFill>
                  <a:schemeClr val="tx1"/>
                </a:solidFill>
                <a:effectLst/>
                <a:latin typeface="+mn-lt"/>
              </a:rPr>
              <a:t>doi</a:t>
            </a:r>
            <a:r>
              <a:rPr lang="en-US" sz="1200" b="0" i="0" dirty="0">
                <a:solidFill>
                  <a:schemeClr val="tx1"/>
                </a:solidFill>
                <a:effectLst/>
                <a:latin typeface="+mn-lt"/>
              </a:rPr>
              <a:t>: 10.1016/j.ajhg.2017.04.015. </a:t>
            </a:r>
            <a:r>
              <a:rPr lang="en-US" sz="1200" b="0" i="0" dirty="0" err="1">
                <a:solidFill>
                  <a:schemeClr val="tx1"/>
                </a:solidFill>
                <a:effectLst/>
                <a:latin typeface="+mn-lt"/>
              </a:rPr>
              <a:t>Epub</a:t>
            </a:r>
            <a:r>
              <a:rPr lang="en-US" sz="1200" b="0" i="0" dirty="0">
                <a:solidFill>
                  <a:schemeClr val="tx1"/>
                </a:solidFill>
                <a:effectLst/>
                <a:latin typeface="+mn-lt"/>
              </a:rPr>
              <a:t> 2017 May 25. </a:t>
            </a:r>
            <a:r>
              <a:rPr lang="en-US" sz="1200" dirty="0">
                <a:hlinkClick r:id="rId3"/>
              </a:rPr>
              <a:t>https://pmc.ncbi.nlm.nih.gov/articles/PMC5473734/</a:t>
            </a:r>
            <a:r>
              <a:rPr lang="en-US" sz="1200" dirty="0"/>
              <a:t> </a:t>
            </a:r>
          </a:p>
        </p:txBody>
      </p:sp>
    </p:spTree>
    <p:extLst>
      <p:ext uri="{BB962C8B-B14F-4D97-AF65-F5344CB8AC3E}">
        <p14:creationId xmlns:p14="http://schemas.microsoft.com/office/powerpoint/2010/main" val="2238211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F9160-77B9-FDEB-7140-D238AC8190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CFD708-6C93-9534-00F6-0F372A32B824}"/>
              </a:ext>
            </a:extLst>
          </p:cNvPr>
          <p:cNvSpPr>
            <a:spLocks noGrp="1"/>
          </p:cNvSpPr>
          <p:nvPr>
            <p:ph type="title"/>
          </p:nvPr>
        </p:nvSpPr>
        <p:spPr/>
        <p:txBody>
          <a:bodyPr>
            <a:normAutofit/>
          </a:bodyPr>
          <a:lstStyle/>
          <a:p>
            <a:r>
              <a:rPr lang="en-US" sz="4000" b="1" dirty="0">
                <a:solidFill>
                  <a:schemeClr val="accent1"/>
                </a:solidFill>
              </a:rPr>
              <a:t>Principles of rare genetic disease association</a:t>
            </a:r>
          </a:p>
        </p:txBody>
      </p:sp>
      <p:sp>
        <p:nvSpPr>
          <p:cNvPr id="8" name="Content Placeholder 2">
            <a:extLst>
              <a:ext uri="{FF2B5EF4-FFF2-40B4-BE49-F238E27FC236}">
                <a16:creationId xmlns:a16="http://schemas.microsoft.com/office/drawing/2014/main" id="{34AE47A4-551F-75E8-AB52-343170612049}"/>
              </a:ext>
            </a:extLst>
          </p:cNvPr>
          <p:cNvSpPr>
            <a:spLocks noGrp="1"/>
          </p:cNvSpPr>
          <p:nvPr>
            <p:ph idx="1"/>
          </p:nvPr>
        </p:nvSpPr>
        <p:spPr>
          <a:xfrm>
            <a:off x="486455" y="1563168"/>
            <a:ext cx="7914588" cy="828619"/>
          </a:xfrm>
        </p:spPr>
        <p:txBody>
          <a:bodyPr>
            <a:normAutofit/>
          </a:bodyPr>
          <a:lstStyle/>
          <a:p>
            <a:pPr>
              <a:lnSpc>
                <a:spcPct val="100000"/>
              </a:lnSpc>
            </a:pPr>
            <a:r>
              <a:rPr lang="en-US" sz="2000" b="1" dirty="0"/>
              <a:t>Genetic heterogeneity</a:t>
            </a:r>
            <a:r>
              <a:rPr lang="en-US" sz="2000" dirty="0"/>
              <a:t>: when mutations in some number of different genes can all cause the same clinical diagnosis</a:t>
            </a:r>
          </a:p>
        </p:txBody>
      </p:sp>
      <p:pic>
        <p:nvPicPr>
          <p:cNvPr id="4" name="Picture 3" descr="Hypertrophic Cardiomyopathy: Symptoms, Diagnosis, and New Breakthrough Treatments — High Desert Heart &amp; Vascular">
            <a:extLst>
              <a:ext uri="{FF2B5EF4-FFF2-40B4-BE49-F238E27FC236}">
                <a16:creationId xmlns:a16="http://schemas.microsoft.com/office/drawing/2014/main" id="{B838824C-07ED-2B6B-576C-D754883DCA82}"/>
              </a:ext>
            </a:extLst>
          </p:cNvPr>
          <p:cNvPicPr>
            <a:picLocks noChangeAspect="1"/>
          </p:cNvPicPr>
          <p:nvPr/>
        </p:nvPicPr>
        <p:blipFill>
          <a:blip r:embed="rId2"/>
          <a:stretch>
            <a:fillRect/>
          </a:stretch>
        </p:blipFill>
        <p:spPr>
          <a:xfrm>
            <a:off x="8795264" y="2260503"/>
            <a:ext cx="2895825" cy="2035787"/>
          </a:xfrm>
          <a:prstGeom prst="rect">
            <a:avLst/>
          </a:prstGeom>
        </p:spPr>
      </p:pic>
      <p:sp>
        <p:nvSpPr>
          <p:cNvPr id="9" name="TextBox 8">
            <a:extLst>
              <a:ext uri="{FF2B5EF4-FFF2-40B4-BE49-F238E27FC236}">
                <a16:creationId xmlns:a16="http://schemas.microsoft.com/office/drawing/2014/main" id="{8749C1D6-A13A-41C2-533C-BBF6171F58C8}"/>
              </a:ext>
            </a:extLst>
          </p:cNvPr>
          <p:cNvSpPr txBox="1"/>
          <p:nvPr/>
        </p:nvSpPr>
        <p:spPr>
          <a:xfrm>
            <a:off x="8766342" y="4376267"/>
            <a:ext cx="3146759" cy="369332"/>
          </a:xfrm>
          <a:prstGeom prst="rect">
            <a:avLst/>
          </a:prstGeom>
          <a:noFill/>
        </p:spPr>
        <p:txBody>
          <a:bodyPr wrap="none" rtlCol="0">
            <a:spAutoFit/>
          </a:bodyPr>
          <a:lstStyle/>
          <a:p>
            <a:r>
              <a:rPr lang="en-US" dirty="0"/>
              <a:t>Hypertrophic cardiomyopathy</a:t>
            </a:r>
          </a:p>
        </p:txBody>
      </p:sp>
      <p:pic>
        <p:nvPicPr>
          <p:cNvPr id="11" name="Picture 10" descr="Hypertrophic cardiomyopathy - The Lancet">
            <a:extLst>
              <a:ext uri="{FF2B5EF4-FFF2-40B4-BE49-F238E27FC236}">
                <a16:creationId xmlns:a16="http://schemas.microsoft.com/office/drawing/2014/main" id="{B0CE05A8-6800-1DB6-D039-0A3EDDC4738D}"/>
              </a:ext>
            </a:extLst>
          </p:cNvPr>
          <p:cNvPicPr>
            <a:picLocks noChangeAspect="1"/>
          </p:cNvPicPr>
          <p:nvPr/>
        </p:nvPicPr>
        <p:blipFill>
          <a:blip r:embed="rId3"/>
          <a:stretch>
            <a:fillRect/>
          </a:stretch>
        </p:blipFill>
        <p:spPr>
          <a:xfrm>
            <a:off x="2222717" y="2598975"/>
            <a:ext cx="2211742" cy="1341431"/>
          </a:xfrm>
          <a:prstGeom prst="rect">
            <a:avLst/>
          </a:prstGeom>
        </p:spPr>
      </p:pic>
      <p:pic>
        <p:nvPicPr>
          <p:cNvPr id="13" name="Graphic 12" descr="Man outline">
            <a:extLst>
              <a:ext uri="{FF2B5EF4-FFF2-40B4-BE49-F238E27FC236}">
                <a16:creationId xmlns:a16="http://schemas.microsoft.com/office/drawing/2014/main" id="{7C7103C9-68F6-2D9B-0F2B-EC52E9249AC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27844" y="3136806"/>
            <a:ext cx="588169" cy="588169"/>
          </a:xfrm>
          <a:prstGeom prst="rect">
            <a:avLst/>
          </a:prstGeom>
        </p:spPr>
      </p:pic>
      <p:pic>
        <p:nvPicPr>
          <p:cNvPr id="15" name="Graphic 14" descr="Man outline">
            <a:extLst>
              <a:ext uri="{FF2B5EF4-FFF2-40B4-BE49-F238E27FC236}">
                <a16:creationId xmlns:a16="http://schemas.microsoft.com/office/drawing/2014/main" id="{5C4E283A-44A9-6B8E-EF09-962035B9BED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57504" y="3260037"/>
            <a:ext cx="725334" cy="725334"/>
          </a:xfrm>
          <a:prstGeom prst="rect">
            <a:avLst/>
          </a:prstGeom>
        </p:spPr>
      </p:pic>
      <p:pic>
        <p:nvPicPr>
          <p:cNvPr id="17" name="Graphic 16" descr="Woman outline">
            <a:extLst>
              <a:ext uri="{FF2B5EF4-FFF2-40B4-BE49-F238E27FC236}">
                <a16:creationId xmlns:a16="http://schemas.microsoft.com/office/drawing/2014/main" id="{F90CF5C2-63FB-DAFC-460D-C2229E40D15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37963" y="3134862"/>
            <a:ext cx="629469" cy="629469"/>
          </a:xfrm>
          <a:prstGeom prst="rect">
            <a:avLst/>
          </a:prstGeom>
        </p:spPr>
      </p:pic>
      <p:pic>
        <p:nvPicPr>
          <p:cNvPr id="19" name="Graphic 18" descr="Man outline">
            <a:extLst>
              <a:ext uri="{FF2B5EF4-FFF2-40B4-BE49-F238E27FC236}">
                <a16:creationId xmlns:a16="http://schemas.microsoft.com/office/drawing/2014/main" id="{01B5370B-ACF2-1233-D74A-6782EDFE492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92550" y="2473661"/>
            <a:ext cx="717959" cy="717959"/>
          </a:xfrm>
          <a:prstGeom prst="rect">
            <a:avLst/>
          </a:prstGeom>
        </p:spPr>
      </p:pic>
      <p:pic>
        <p:nvPicPr>
          <p:cNvPr id="21" name="Graphic 20" descr="Woman outline">
            <a:extLst>
              <a:ext uri="{FF2B5EF4-FFF2-40B4-BE49-F238E27FC236}">
                <a16:creationId xmlns:a16="http://schemas.microsoft.com/office/drawing/2014/main" id="{FB5060CD-7202-52F3-5276-2CD4300CC2B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320203" y="2441035"/>
            <a:ext cx="588169" cy="588169"/>
          </a:xfrm>
          <a:prstGeom prst="rect">
            <a:avLst/>
          </a:prstGeom>
        </p:spPr>
      </p:pic>
      <p:pic>
        <p:nvPicPr>
          <p:cNvPr id="26" name="Graphic 25" descr="Heart with pulse with solid fill">
            <a:extLst>
              <a:ext uri="{FF2B5EF4-FFF2-40B4-BE49-F238E27FC236}">
                <a16:creationId xmlns:a16="http://schemas.microsoft.com/office/drawing/2014/main" id="{CF7E2321-0FC7-961D-DAB5-299757F349C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211018" y="3328455"/>
            <a:ext cx="99491" cy="99491"/>
          </a:xfrm>
          <a:prstGeom prst="rect">
            <a:avLst/>
          </a:prstGeom>
        </p:spPr>
      </p:pic>
      <p:pic>
        <p:nvPicPr>
          <p:cNvPr id="28" name="Graphic 27" descr="Heart with pulse with solid fill">
            <a:extLst>
              <a:ext uri="{FF2B5EF4-FFF2-40B4-BE49-F238E27FC236}">
                <a16:creationId xmlns:a16="http://schemas.microsoft.com/office/drawing/2014/main" id="{E63DE20C-0CD4-6DC7-68DB-E9ADFC2C813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908726" y="2704770"/>
            <a:ext cx="99491" cy="99491"/>
          </a:xfrm>
          <a:prstGeom prst="rect">
            <a:avLst/>
          </a:prstGeom>
        </p:spPr>
      </p:pic>
      <p:pic>
        <p:nvPicPr>
          <p:cNvPr id="29" name="Graphic 28" descr="Heart with pulse with solid fill">
            <a:extLst>
              <a:ext uri="{FF2B5EF4-FFF2-40B4-BE49-F238E27FC236}">
                <a16:creationId xmlns:a16="http://schemas.microsoft.com/office/drawing/2014/main" id="{AAA2918E-7F8D-512A-CE58-44801420B2F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791897" y="3506130"/>
            <a:ext cx="99491" cy="99491"/>
          </a:xfrm>
          <a:prstGeom prst="rect">
            <a:avLst/>
          </a:prstGeom>
        </p:spPr>
      </p:pic>
      <p:pic>
        <p:nvPicPr>
          <p:cNvPr id="30" name="Graphic 29" descr="Heart with pulse with solid fill">
            <a:extLst>
              <a:ext uri="{FF2B5EF4-FFF2-40B4-BE49-F238E27FC236}">
                <a16:creationId xmlns:a16="http://schemas.microsoft.com/office/drawing/2014/main" id="{406DAB73-C0AF-5DDC-C648-ED383D52EFD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81620" y="3326898"/>
            <a:ext cx="99491" cy="99491"/>
          </a:xfrm>
          <a:prstGeom prst="rect">
            <a:avLst/>
          </a:prstGeom>
        </p:spPr>
      </p:pic>
      <p:pic>
        <p:nvPicPr>
          <p:cNvPr id="31" name="Graphic 30" descr="Heart with pulse with solid fill">
            <a:extLst>
              <a:ext uri="{FF2B5EF4-FFF2-40B4-BE49-F238E27FC236}">
                <a16:creationId xmlns:a16="http://schemas.microsoft.com/office/drawing/2014/main" id="{185D0C35-EAC7-CFDF-2575-CE4ED9C043B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64541" y="2612769"/>
            <a:ext cx="99491" cy="99491"/>
          </a:xfrm>
          <a:prstGeom prst="rect">
            <a:avLst/>
          </a:prstGeom>
        </p:spPr>
      </p:pic>
      <p:cxnSp>
        <p:nvCxnSpPr>
          <p:cNvPr id="33" name="Straight Arrow Connector 32">
            <a:extLst>
              <a:ext uri="{FF2B5EF4-FFF2-40B4-BE49-F238E27FC236}">
                <a16:creationId xmlns:a16="http://schemas.microsoft.com/office/drawing/2014/main" id="{1CD2BA75-B854-817F-7371-C734315C383E}"/>
              </a:ext>
            </a:extLst>
          </p:cNvPr>
          <p:cNvCxnSpPr>
            <a:cxnSpLocks/>
          </p:cNvCxnSpPr>
          <p:nvPr/>
        </p:nvCxnSpPr>
        <p:spPr>
          <a:xfrm>
            <a:off x="1753914" y="2657568"/>
            <a:ext cx="846411" cy="65610"/>
          </a:xfrm>
          <a:prstGeom prst="straightConnector1">
            <a:avLst/>
          </a:prstGeom>
          <a:ln w="12700">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9A87C03B-E73C-C31E-B34A-218919DE90D1}"/>
              </a:ext>
            </a:extLst>
          </p:cNvPr>
          <p:cNvCxnSpPr>
            <a:cxnSpLocks/>
          </p:cNvCxnSpPr>
          <p:nvPr/>
        </p:nvCxnSpPr>
        <p:spPr>
          <a:xfrm flipV="1">
            <a:off x="1337117" y="2832640"/>
            <a:ext cx="1292018" cy="544003"/>
          </a:xfrm>
          <a:prstGeom prst="straightConnector1">
            <a:avLst/>
          </a:prstGeom>
          <a:ln w="12700">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CFFC95AA-2CAF-FC04-768F-162D93735510}"/>
              </a:ext>
            </a:extLst>
          </p:cNvPr>
          <p:cNvCxnSpPr>
            <a:cxnSpLocks/>
          </p:cNvCxnSpPr>
          <p:nvPr/>
        </p:nvCxnSpPr>
        <p:spPr>
          <a:xfrm>
            <a:off x="1958975" y="3555875"/>
            <a:ext cx="989076" cy="0"/>
          </a:xfrm>
          <a:prstGeom prst="straightConnector1">
            <a:avLst/>
          </a:prstGeom>
          <a:ln w="12700">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B1AFBD40-4514-689F-E6EE-108F39D9BF60}"/>
              </a:ext>
            </a:extLst>
          </p:cNvPr>
          <p:cNvCxnSpPr>
            <a:cxnSpLocks/>
          </p:cNvCxnSpPr>
          <p:nvPr/>
        </p:nvCxnSpPr>
        <p:spPr>
          <a:xfrm flipH="1">
            <a:off x="3743325" y="2690373"/>
            <a:ext cx="1054100" cy="142267"/>
          </a:xfrm>
          <a:prstGeom prst="straightConnector1">
            <a:avLst/>
          </a:prstGeom>
          <a:ln w="12700">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60418002-C15F-D03F-F54D-8C2619805054}"/>
              </a:ext>
            </a:extLst>
          </p:cNvPr>
          <p:cNvCxnSpPr>
            <a:cxnSpLocks/>
          </p:cNvCxnSpPr>
          <p:nvPr/>
        </p:nvCxnSpPr>
        <p:spPr>
          <a:xfrm flipH="1">
            <a:off x="4323225" y="3326898"/>
            <a:ext cx="786191" cy="408328"/>
          </a:xfrm>
          <a:prstGeom prst="straightConnector1">
            <a:avLst/>
          </a:prstGeom>
          <a:ln w="12700">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4605F34B-D9EE-972D-2D12-FA8C4D5FA889}"/>
              </a:ext>
            </a:extLst>
          </p:cNvPr>
          <p:cNvSpPr txBox="1"/>
          <p:nvPr/>
        </p:nvSpPr>
        <p:spPr>
          <a:xfrm>
            <a:off x="1753914" y="2474929"/>
            <a:ext cx="569387" cy="215444"/>
          </a:xfrm>
          <a:prstGeom prst="rect">
            <a:avLst/>
          </a:prstGeom>
          <a:noFill/>
        </p:spPr>
        <p:txBody>
          <a:bodyPr wrap="none" rtlCol="0">
            <a:spAutoFit/>
          </a:bodyPr>
          <a:lstStyle/>
          <a:p>
            <a:r>
              <a:rPr lang="en-US" sz="800" dirty="0">
                <a:solidFill>
                  <a:srgbClr val="C00000"/>
                </a:solidFill>
              </a:rPr>
              <a:t>MYBPC3</a:t>
            </a:r>
          </a:p>
        </p:txBody>
      </p:sp>
      <p:sp>
        <p:nvSpPr>
          <p:cNvPr id="54" name="TextBox 53">
            <a:extLst>
              <a:ext uri="{FF2B5EF4-FFF2-40B4-BE49-F238E27FC236}">
                <a16:creationId xmlns:a16="http://schemas.microsoft.com/office/drawing/2014/main" id="{B3CDC8A7-3D21-47DD-EFF4-FEA249327E4E}"/>
              </a:ext>
            </a:extLst>
          </p:cNvPr>
          <p:cNvSpPr txBox="1"/>
          <p:nvPr/>
        </p:nvSpPr>
        <p:spPr>
          <a:xfrm>
            <a:off x="1241772" y="3054801"/>
            <a:ext cx="569387" cy="215444"/>
          </a:xfrm>
          <a:prstGeom prst="rect">
            <a:avLst/>
          </a:prstGeom>
          <a:noFill/>
        </p:spPr>
        <p:txBody>
          <a:bodyPr wrap="none" rtlCol="0">
            <a:spAutoFit/>
          </a:bodyPr>
          <a:lstStyle/>
          <a:p>
            <a:r>
              <a:rPr lang="en-US" sz="800" dirty="0">
                <a:solidFill>
                  <a:srgbClr val="C00000"/>
                </a:solidFill>
              </a:rPr>
              <a:t>MYBPC3</a:t>
            </a:r>
          </a:p>
        </p:txBody>
      </p:sp>
      <p:sp>
        <p:nvSpPr>
          <p:cNvPr id="55" name="TextBox 54">
            <a:extLst>
              <a:ext uri="{FF2B5EF4-FFF2-40B4-BE49-F238E27FC236}">
                <a16:creationId xmlns:a16="http://schemas.microsoft.com/office/drawing/2014/main" id="{67B0997A-092E-6076-E041-6BE4885AF5A2}"/>
              </a:ext>
            </a:extLst>
          </p:cNvPr>
          <p:cNvSpPr txBox="1"/>
          <p:nvPr/>
        </p:nvSpPr>
        <p:spPr>
          <a:xfrm>
            <a:off x="1861426" y="3335365"/>
            <a:ext cx="449162" cy="215444"/>
          </a:xfrm>
          <a:prstGeom prst="rect">
            <a:avLst/>
          </a:prstGeom>
          <a:noFill/>
        </p:spPr>
        <p:txBody>
          <a:bodyPr wrap="none" rtlCol="0">
            <a:spAutoFit/>
          </a:bodyPr>
          <a:lstStyle/>
          <a:p>
            <a:r>
              <a:rPr lang="en-US" sz="800" dirty="0">
                <a:solidFill>
                  <a:srgbClr val="C00000"/>
                </a:solidFill>
              </a:rPr>
              <a:t>MYH7</a:t>
            </a:r>
          </a:p>
        </p:txBody>
      </p:sp>
      <p:sp>
        <p:nvSpPr>
          <p:cNvPr id="59" name="TextBox 58">
            <a:extLst>
              <a:ext uri="{FF2B5EF4-FFF2-40B4-BE49-F238E27FC236}">
                <a16:creationId xmlns:a16="http://schemas.microsoft.com/office/drawing/2014/main" id="{72D34346-F116-DE28-7044-6F305FA953BE}"/>
              </a:ext>
            </a:extLst>
          </p:cNvPr>
          <p:cNvSpPr txBox="1"/>
          <p:nvPr/>
        </p:nvSpPr>
        <p:spPr>
          <a:xfrm>
            <a:off x="4386750" y="2489326"/>
            <a:ext cx="482824" cy="215444"/>
          </a:xfrm>
          <a:prstGeom prst="rect">
            <a:avLst/>
          </a:prstGeom>
          <a:noFill/>
        </p:spPr>
        <p:txBody>
          <a:bodyPr wrap="none" rtlCol="0">
            <a:spAutoFit/>
          </a:bodyPr>
          <a:lstStyle/>
          <a:p>
            <a:r>
              <a:rPr lang="en-US" sz="800" dirty="0">
                <a:solidFill>
                  <a:srgbClr val="C00000"/>
                </a:solidFill>
              </a:rPr>
              <a:t>TNNT2</a:t>
            </a:r>
          </a:p>
        </p:txBody>
      </p:sp>
      <p:sp>
        <p:nvSpPr>
          <p:cNvPr id="60" name="TextBox 59">
            <a:extLst>
              <a:ext uri="{FF2B5EF4-FFF2-40B4-BE49-F238E27FC236}">
                <a16:creationId xmlns:a16="http://schemas.microsoft.com/office/drawing/2014/main" id="{06EC69AB-3320-32FB-ECCD-6A565791CC10}"/>
              </a:ext>
            </a:extLst>
          </p:cNvPr>
          <p:cNvSpPr txBox="1"/>
          <p:nvPr/>
        </p:nvSpPr>
        <p:spPr>
          <a:xfrm>
            <a:off x="4463295" y="3278397"/>
            <a:ext cx="490840" cy="215444"/>
          </a:xfrm>
          <a:prstGeom prst="rect">
            <a:avLst/>
          </a:prstGeom>
          <a:noFill/>
        </p:spPr>
        <p:txBody>
          <a:bodyPr wrap="none" rtlCol="0">
            <a:spAutoFit/>
          </a:bodyPr>
          <a:lstStyle/>
          <a:p>
            <a:r>
              <a:rPr lang="en-US" sz="800" dirty="0">
                <a:solidFill>
                  <a:srgbClr val="C00000"/>
                </a:solidFill>
              </a:rPr>
              <a:t>ACTC1</a:t>
            </a:r>
          </a:p>
        </p:txBody>
      </p:sp>
      <p:pic>
        <p:nvPicPr>
          <p:cNvPr id="64" name="Picture 63">
            <a:extLst>
              <a:ext uri="{FF2B5EF4-FFF2-40B4-BE49-F238E27FC236}">
                <a16:creationId xmlns:a16="http://schemas.microsoft.com/office/drawing/2014/main" id="{6AD5F190-C57E-F2A5-B141-78AD47D7EEE4}"/>
              </a:ext>
            </a:extLst>
          </p:cNvPr>
          <p:cNvPicPr>
            <a:picLocks noChangeAspect="1"/>
          </p:cNvPicPr>
          <p:nvPr/>
        </p:nvPicPr>
        <p:blipFill>
          <a:blip r:embed="rId7"/>
          <a:srcRect b="57170"/>
          <a:stretch>
            <a:fillRect/>
          </a:stretch>
        </p:blipFill>
        <p:spPr>
          <a:xfrm>
            <a:off x="1063310" y="5528097"/>
            <a:ext cx="6440464" cy="629447"/>
          </a:xfrm>
          <a:prstGeom prst="rect">
            <a:avLst/>
          </a:prstGeom>
        </p:spPr>
      </p:pic>
      <p:sp>
        <p:nvSpPr>
          <p:cNvPr id="65" name="TextBox 64">
            <a:extLst>
              <a:ext uri="{FF2B5EF4-FFF2-40B4-BE49-F238E27FC236}">
                <a16:creationId xmlns:a16="http://schemas.microsoft.com/office/drawing/2014/main" id="{1BC56794-7562-E78B-2B19-1D6F299CE7EC}"/>
              </a:ext>
            </a:extLst>
          </p:cNvPr>
          <p:cNvSpPr txBox="1"/>
          <p:nvPr/>
        </p:nvSpPr>
        <p:spPr>
          <a:xfrm>
            <a:off x="1015665" y="5291713"/>
            <a:ext cx="801823" cy="276999"/>
          </a:xfrm>
          <a:prstGeom prst="rect">
            <a:avLst/>
          </a:prstGeom>
          <a:noFill/>
        </p:spPr>
        <p:txBody>
          <a:bodyPr wrap="none" rtlCol="0">
            <a:spAutoFit/>
          </a:bodyPr>
          <a:lstStyle/>
          <a:p>
            <a:r>
              <a:rPr lang="en-US" sz="1200" dirty="0">
                <a:solidFill>
                  <a:srgbClr val="C00000"/>
                </a:solidFill>
              </a:rPr>
              <a:t>MYBPC3:</a:t>
            </a:r>
          </a:p>
        </p:txBody>
      </p:sp>
      <p:sp>
        <p:nvSpPr>
          <p:cNvPr id="68" name="Content Placeholder 2">
            <a:extLst>
              <a:ext uri="{FF2B5EF4-FFF2-40B4-BE49-F238E27FC236}">
                <a16:creationId xmlns:a16="http://schemas.microsoft.com/office/drawing/2014/main" id="{2ACFA3F4-7DB1-8EA7-6DF8-52DC6E39BD5E}"/>
              </a:ext>
            </a:extLst>
          </p:cNvPr>
          <p:cNvSpPr txBox="1">
            <a:spLocks/>
          </p:cNvSpPr>
          <p:nvPr/>
        </p:nvSpPr>
        <p:spPr>
          <a:xfrm>
            <a:off x="486455" y="3985553"/>
            <a:ext cx="7914588" cy="16253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endParaRPr lang="en-US" sz="2000" dirty="0"/>
          </a:p>
          <a:p>
            <a:pPr>
              <a:lnSpc>
                <a:spcPct val="100000"/>
              </a:lnSpc>
            </a:pPr>
            <a:r>
              <a:rPr lang="en-US" sz="2000" b="1" dirty="0"/>
              <a:t>Allelic heterogeneity</a:t>
            </a:r>
            <a:r>
              <a:rPr lang="en-US" sz="2000" dirty="0"/>
              <a:t>: when people with the clinical diagnosis and same causal gene have different pathogenic alleles</a:t>
            </a:r>
          </a:p>
        </p:txBody>
      </p:sp>
      <p:sp>
        <p:nvSpPr>
          <p:cNvPr id="69" name="Right Arrow 68">
            <a:extLst>
              <a:ext uri="{FF2B5EF4-FFF2-40B4-BE49-F238E27FC236}">
                <a16:creationId xmlns:a16="http://schemas.microsoft.com/office/drawing/2014/main" id="{620F8AC3-CBE0-66DD-67ED-118F30680325}"/>
              </a:ext>
            </a:extLst>
          </p:cNvPr>
          <p:cNvSpPr/>
          <p:nvPr/>
        </p:nvSpPr>
        <p:spPr>
          <a:xfrm rot="10800000">
            <a:off x="7872955" y="5366054"/>
            <a:ext cx="575733" cy="9138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TextBox 69">
            <a:extLst>
              <a:ext uri="{FF2B5EF4-FFF2-40B4-BE49-F238E27FC236}">
                <a16:creationId xmlns:a16="http://schemas.microsoft.com/office/drawing/2014/main" id="{18889B6D-CFD1-E8AF-1BA1-69D1FD4CAA38}"/>
              </a:ext>
            </a:extLst>
          </p:cNvPr>
          <p:cNvSpPr txBox="1"/>
          <p:nvPr/>
        </p:nvSpPr>
        <p:spPr>
          <a:xfrm>
            <a:off x="8619068" y="5407468"/>
            <a:ext cx="3294034" cy="830997"/>
          </a:xfrm>
          <a:prstGeom prst="rect">
            <a:avLst/>
          </a:prstGeom>
          <a:noFill/>
        </p:spPr>
        <p:txBody>
          <a:bodyPr wrap="square" rtlCol="0">
            <a:spAutoFit/>
          </a:bodyPr>
          <a:lstStyle/>
          <a:p>
            <a:r>
              <a:rPr lang="en-US" sz="2400" dirty="0">
                <a:solidFill>
                  <a:schemeClr val="accent1"/>
                </a:solidFill>
              </a:rPr>
              <a:t>Conceptual foundation for burden testing</a:t>
            </a:r>
          </a:p>
        </p:txBody>
      </p:sp>
    </p:spTree>
    <p:extLst>
      <p:ext uri="{BB962C8B-B14F-4D97-AF65-F5344CB8AC3E}">
        <p14:creationId xmlns:p14="http://schemas.microsoft.com/office/powerpoint/2010/main" val="435715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4"/>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70"/>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68" grpId="0"/>
      <p:bldP spid="69" grpId="0" animBg="1"/>
      <p:bldP spid="7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7BFC6-2320-5975-D4D0-7DA3F8FBEBE6}"/>
              </a:ext>
            </a:extLst>
          </p:cNvPr>
          <p:cNvSpPr>
            <a:spLocks noGrp="1"/>
          </p:cNvSpPr>
          <p:nvPr>
            <p:ph type="title"/>
          </p:nvPr>
        </p:nvSpPr>
        <p:spPr/>
        <p:txBody>
          <a:bodyPr>
            <a:normAutofit/>
          </a:bodyPr>
          <a:lstStyle/>
          <a:p>
            <a:r>
              <a:rPr lang="en-US" sz="3600" b="1" dirty="0">
                <a:solidFill>
                  <a:schemeClr val="accent1"/>
                </a:solidFill>
              </a:rPr>
              <a:t>Burden Test and Sequence Kernel Association (SKAT) Tests for Gene-Disease Association</a:t>
            </a:r>
          </a:p>
        </p:txBody>
      </p:sp>
      <p:sp>
        <p:nvSpPr>
          <p:cNvPr id="3" name="Content Placeholder 2">
            <a:extLst>
              <a:ext uri="{FF2B5EF4-FFF2-40B4-BE49-F238E27FC236}">
                <a16:creationId xmlns:a16="http://schemas.microsoft.com/office/drawing/2014/main" id="{8D447861-E587-6E23-3B67-E4C42D1DE299}"/>
              </a:ext>
            </a:extLst>
          </p:cNvPr>
          <p:cNvSpPr>
            <a:spLocks noGrp="1"/>
          </p:cNvSpPr>
          <p:nvPr>
            <p:ph idx="1"/>
          </p:nvPr>
        </p:nvSpPr>
        <p:spPr>
          <a:xfrm>
            <a:off x="838200" y="1825625"/>
            <a:ext cx="10515600" cy="3843655"/>
          </a:xfrm>
        </p:spPr>
        <p:txBody>
          <a:bodyPr/>
          <a:lstStyle/>
          <a:p>
            <a:r>
              <a:rPr lang="en-US" sz="2400" i="1" dirty="0"/>
              <a:t>Assumes</a:t>
            </a:r>
            <a:r>
              <a:rPr lang="en-US" sz="2400" dirty="0"/>
              <a:t> allelic heterogeneity, and uses the gene – rather than the variant – as the unit for association</a:t>
            </a:r>
          </a:p>
          <a:p>
            <a:r>
              <a:rPr lang="en-US" sz="2400" b="1" dirty="0"/>
              <a:t>Burden test: </a:t>
            </a:r>
            <a:r>
              <a:rPr lang="en-US" sz="2400" dirty="0"/>
              <a:t>collapses all qualifying variants to the gene level prior to association testing</a:t>
            </a:r>
          </a:p>
          <a:p>
            <a:r>
              <a:rPr lang="en-US" sz="2400" b="1" dirty="0"/>
              <a:t>SKAT: </a:t>
            </a:r>
            <a:r>
              <a:rPr lang="en-US" sz="2400" dirty="0"/>
              <a:t>uses a variance component statistic (weighted by inverse frequency) that creates a patient-to-patient similarity score for the gene. Aka, if two patients both carry an ultra-rare variant within a gene, they are mathematically rated as two </a:t>
            </a:r>
            <a:r>
              <a:rPr lang="en-US" sz="2400" i="1" dirty="0"/>
              <a:t>highly similar</a:t>
            </a:r>
            <a:r>
              <a:rPr lang="en-US" sz="2400" dirty="0"/>
              <a:t> individuals.</a:t>
            </a:r>
          </a:p>
          <a:p>
            <a:r>
              <a:rPr lang="en-US" sz="2400" b="1" dirty="0">
                <a:solidFill>
                  <a:schemeClr val="accent1"/>
                </a:solidFill>
              </a:rPr>
              <a:t>SKAT-o (SKAT-optimal): </a:t>
            </a:r>
            <a:r>
              <a:rPr lang="en-US" sz="2400" dirty="0">
                <a:solidFill>
                  <a:schemeClr val="tx2"/>
                </a:solidFill>
              </a:rPr>
              <a:t>combines burden + SKAT  </a:t>
            </a:r>
          </a:p>
          <a:p>
            <a:pPr marL="0" indent="0">
              <a:buNone/>
            </a:pPr>
            <a:endParaRPr lang="en-US" dirty="0"/>
          </a:p>
        </p:txBody>
      </p:sp>
      <p:sp>
        <p:nvSpPr>
          <p:cNvPr id="7" name="TextBox 6">
            <a:extLst>
              <a:ext uri="{FF2B5EF4-FFF2-40B4-BE49-F238E27FC236}">
                <a16:creationId xmlns:a16="http://schemas.microsoft.com/office/drawing/2014/main" id="{77589FA4-629F-05C4-D2AA-CB2D07758F54}"/>
              </a:ext>
            </a:extLst>
          </p:cNvPr>
          <p:cNvSpPr txBox="1"/>
          <p:nvPr/>
        </p:nvSpPr>
        <p:spPr>
          <a:xfrm>
            <a:off x="214448" y="5988734"/>
            <a:ext cx="11763103" cy="646331"/>
          </a:xfrm>
          <a:prstGeom prst="rect">
            <a:avLst/>
          </a:prstGeom>
          <a:noFill/>
        </p:spPr>
        <p:txBody>
          <a:bodyPr wrap="square">
            <a:spAutoFit/>
          </a:bodyPr>
          <a:lstStyle/>
          <a:p>
            <a:r>
              <a:rPr lang="en-US" sz="1200" b="0" i="0" dirty="0">
                <a:solidFill>
                  <a:schemeClr val="tx1"/>
                </a:solidFill>
                <a:effectLst/>
                <a:latin typeface="+mn-lt"/>
              </a:rPr>
              <a:t>Lee S, Emond MJ, Bamshad MJ, Barnes KC, Rieder MJ, Nickerson DA; NHLBI GO Exome Sequencing Project—ESP Lung Project Team; Christiani DC, Wurfel MM, Lin X. Optimal unified approach for rare-variant association testing with application to small-sample case-control whole-exome sequencing studies. Am J Hum Genet. 2012 Aug 10;91(2):224-37. </a:t>
            </a:r>
            <a:r>
              <a:rPr lang="en-US" sz="1200" b="0" i="0" dirty="0" err="1">
                <a:solidFill>
                  <a:schemeClr val="tx1"/>
                </a:solidFill>
                <a:effectLst/>
                <a:latin typeface="+mn-lt"/>
              </a:rPr>
              <a:t>doi</a:t>
            </a:r>
            <a:r>
              <a:rPr lang="en-US" sz="1200" b="0" i="0" dirty="0">
                <a:solidFill>
                  <a:schemeClr val="tx1"/>
                </a:solidFill>
                <a:effectLst/>
                <a:latin typeface="+mn-lt"/>
              </a:rPr>
              <a:t>: 10.1016/j.ajhg.2012.06.007. </a:t>
            </a:r>
            <a:r>
              <a:rPr lang="en-US" sz="1200" b="0" i="0" dirty="0" err="1">
                <a:solidFill>
                  <a:schemeClr val="tx1"/>
                </a:solidFill>
                <a:effectLst/>
                <a:latin typeface="+mn-lt"/>
              </a:rPr>
              <a:t>Epub</a:t>
            </a:r>
            <a:r>
              <a:rPr lang="en-US" sz="1200" b="0" i="0" dirty="0">
                <a:solidFill>
                  <a:schemeClr val="tx1"/>
                </a:solidFill>
                <a:effectLst/>
                <a:latin typeface="+mn-lt"/>
              </a:rPr>
              <a:t> 2012 Aug 2. </a:t>
            </a:r>
            <a:r>
              <a:rPr lang="en-US" sz="1200" dirty="0">
                <a:hlinkClick r:id="rId2"/>
              </a:rPr>
              <a:t>https://pmc.ncbi.nlm.nih.gov/articles/PMC3415556/</a:t>
            </a:r>
            <a:r>
              <a:rPr lang="en-US" sz="1200" dirty="0"/>
              <a:t> </a:t>
            </a:r>
          </a:p>
        </p:txBody>
      </p:sp>
    </p:spTree>
    <p:extLst>
      <p:ext uri="{BB962C8B-B14F-4D97-AF65-F5344CB8AC3E}">
        <p14:creationId xmlns:p14="http://schemas.microsoft.com/office/powerpoint/2010/main" val="2419279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CD58B-AF34-B9EE-7DAA-336338C0CE04}"/>
              </a:ext>
            </a:extLst>
          </p:cNvPr>
          <p:cNvSpPr>
            <a:spLocks noGrp="1"/>
          </p:cNvSpPr>
          <p:nvPr>
            <p:ph type="title"/>
          </p:nvPr>
        </p:nvSpPr>
        <p:spPr>
          <a:xfrm>
            <a:off x="838200" y="365125"/>
            <a:ext cx="10515600" cy="980349"/>
          </a:xfrm>
        </p:spPr>
        <p:txBody>
          <a:bodyPr/>
          <a:lstStyle/>
          <a:p>
            <a:r>
              <a:rPr lang="en-US" b="1" dirty="0">
                <a:solidFill>
                  <a:schemeClr val="accent1"/>
                </a:solidFill>
              </a:rPr>
              <a:t>Statistical model comparison</a:t>
            </a:r>
          </a:p>
        </p:txBody>
      </p:sp>
      <p:graphicFrame>
        <p:nvGraphicFramePr>
          <p:cNvPr id="4" name="Content Placeholder 3">
            <a:extLst>
              <a:ext uri="{FF2B5EF4-FFF2-40B4-BE49-F238E27FC236}">
                <a16:creationId xmlns:a16="http://schemas.microsoft.com/office/drawing/2014/main" id="{0D3901F2-78A6-C8A8-E2B9-ED43D8E62348}"/>
              </a:ext>
            </a:extLst>
          </p:cNvPr>
          <p:cNvGraphicFramePr>
            <a:graphicFrameLocks noGrp="1"/>
          </p:cNvGraphicFramePr>
          <p:nvPr>
            <p:ph idx="1"/>
            <p:extLst>
              <p:ext uri="{D42A27DB-BD31-4B8C-83A1-F6EECF244321}">
                <p14:modId xmlns:p14="http://schemas.microsoft.com/office/powerpoint/2010/main" val="3659885986"/>
              </p:ext>
            </p:extLst>
          </p:nvPr>
        </p:nvGraphicFramePr>
        <p:xfrm>
          <a:off x="653144" y="1345474"/>
          <a:ext cx="11220993" cy="5034280"/>
        </p:xfrm>
        <a:graphic>
          <a:graphicData uri="http://schemas.openxmlformats.org/drawingml/2006/table">
            <a:tbl>
              <a:tblPr firstRow="1" bandRow="1">
                <a:tableStyleId>{5C22544A-7EE6-4342-B048-85BDC9FD1C3A}</a:tableStyleId>
              </a:tblPr>
              <a:tblGrid>
                <a:gridCol w="1946364">
                  <a:extLst>
                    <a:ext uri="{9D8B030D-6E8A-4147-A177-3AD203B41FA5}">
                      <a16:colId xmlns:a16="http://schemas.microsoft.com/office/drawing/2014/main" val="1275508230"/>
                    </a:ext>
                  </a:extLst>
                </a:gridCol>
                <a:gridCol w="4441372">
                  <a:extLst>
                    <a:ext uri="{9D8B030D-6E8A-4147-A177-3AD203B41FA5}">
                      <a16:colId xmlns:a16="http://schemas.microsoft.com/office/drawing/2014/main" val="157343566"/>
                    </a:ext>
                  </a:extLst>
                </a:gridCol>
                <a:gridCol w="4833257">
                  <a:extLst>
                    <a:ext uri="{9D8B030D-6E8A-4147-A177-3AD203B41FA5}">
                      <a16:colId xmlns:a16="http://schemas.microsoft.com/office/drawing/2014/main" val="1450897461"/>
                    </a:ext>
                  </a:extLst>
                </a:gridCol>
              </a:tblGrid>
              <a:tr h="370840">
                <a:tc>
                  <a:txBody>
                    <a:bodyPr/>
                    <a:lstStyle/>
                    <a:p>
                      <a:r>
                        <a:rPr lang="en-US" dirty="0"/>
                        <a:t>Feature</a:t>
                      </a:r>
                    </a:p>
                  </a:txBody>
                  <a:tcPr/>
                </a:tc>
                <a:tc>
                  <a:txBody>
                    <a:bodyPr/>
                    <a:lstStyle/>
                    <a:p>
                      <a:r>
                        <a:rPr lang="en-US" dirty="0"/>
                        <a:t>Burden Test (more intuitive)</a:t>
                      </a:r>
                    </a:p>
                  </a:txBody>
                  <a:tcPr/>
                </a:tc>
                <a:tc>
                  <a:txBody>
                    <a:bodyPr/>
                    <a:lstStyle/>
                    <a:p>
                      <a:r>
                        <a:rPr lang="en-US" dirty="0"/>
                        <a:t>SKAT tests (more sophisticated)</a:t>
                      </a:r>
                    </a:p>
                  </a:txBody>
                  <a:tcPr/>
                </a:tc>
                <a:extLst>
                  <a:ext uri="{0D108BD9-81ED-4DB2-BD59-A6C34878D82A}">
                    <a16:rowId xmlns:a16="http://schemas.microsoft.com/office/drawing/2014/main" val="3257834767"/>
                  </a:ext>
                </a:extLst>
              </a:tr>
              <a:tr h="370840">
                <a:tc>
                  <a:txBody>
                    <a:bodyPr/>
                    <a:lstStyle/>
                    <a:p>
                      <a:r>
                        <a:rPr lang="en-US" b="1" dirty="0"/>
                        <a:t>Core Mechanism</a:t>
                      </a:r>
                    </a:p>
                  </a:txBody>
                  <a:tcPr/>
                </a:tc>
                <a:tc>
                  <a:txBody>
                    <a:bodyPr/>
                    <a:lstStyle/>
                    <a:p>
                      <a:r>
                        <a:rPr lang="en-US" dirty="0"/>
                        <a:t>Collapses/aggregates variants into a single genetic score </a:t>
                      </a:r>
                      <a:r>
                        <a:rPr lang="en-US" i="1" dirty="0"/>
                        <a:t>before</a:t>
                      </a:r>
                      <a:r>
                        <a:rPr lang="en-US" dirty="0"/>
                        <a:t> testing association</a:t>
                      </a:r>
                    </a:p>
                  </a:txBody>
                  <a:tcPr/>
                </a:tc>
                <a:tc>
                  <a:txBody>
                    <a:bodyPr/>
                    <a:lstStyle/>
                    <a:p>
                      <a:r>
                        <a:rPr lang="en-US" dirty="0"/>
                        <a:t>Aggregates individual variant test statistics using pair-wise genotypic similarity</a:t>
                      </a:r>
                    </a:p>
                  </a:txBody>
                  <a:tcPr/>
                </a:tc>
                <a:extLst>
                  <a:ext uri="{0D108BD9-81ED-4DB2-BD59-A6C34878D82A}">
                    <a16:rowId xmlns:a16="http://schemas.microsoft.com/office/drawing/2014/main" val="2842206538"/>
                  </a:ext>
                </a:extLst>
              </a:tr>
              <a:tr h="370840">
                <a:tc>
                  <a:txBody>
                    <a:bodyPr/>
                    <a:lstStyle/>
                    <a:p>
                      <a:r>
                        <a:rPr lang="en-US" b="1" dirty="0"/>
                        <a:t>Effect Direction Assumption</a:t>
                      </a:r>
                    </a:p>
                  </a:txBody>
                  <a:tcPr/>
                </a:tc>
                <a:tc>
                  <a:txBody>
                    <a:bodyPr/>
                    <a:lstStyle/>
                    <a:p>
                      <a:r>
                        <a:rPr lang="en-US" dirty="0"/>
                        <a:t>Assumes all causal variants change the phenotype in the </a:t>
                      </a:r>
                      <a:r>
                        <a:rPr lang="en-US" b="1" dirty="0"/>
                        <a:t>same direction</a:t>
                      </a:r>
                    </a:p>
                  </a:txBody>
                  <a:tcPr/>
                </a:tc>
                <a:tc>
                  <a:txBody>
                    <a:bodyPr/>
                    <a:lstStyle/>
                    <a:p>
                      <a:r>
                        <a:rPr lang="en-US" dirty="0"/>
                        <a:t>Allows variants to have </a:t>
                      </a:r>
                      <a:r>
                        <a:rPr lang="en-US" b="1" dirty="0"/>
                        <a:t>different/opposite directions of effect </a:t>
                      </a:r>
                      <a:r>
                        <a:rPr lang="en-US" dirty="0"/>
                        <a:t>(both disease-causing and protective)</a:t>
                      </a:r>
                    </a:p>
                  </a:txBody>
                  <a:tcPr/>
                </a:tc>
                <a:extLst>
                  <a:ext uri="{0D108BD9-81ED-4DB2-BD59-A6C34878D82A}">
                    <a16:rowId xmlns:a16="http://schemas.microsoft.com/office/drawing/2014/main" val="299075087"/>
                  </a:ext>
                </a:extLst>
              </a:tr>
              <a:tr h="370840">
                <a:tc>
                  <a:txBody>
                    <a:bodyPr/>
                    <a:lstStyle/>
                    <a:p>
                      <a:r>
                        <a:rPr lang="en-US" b="1" dirty="0"/>
                        <a:t>Non-causal variants</a:t>
                      </a:r>
                    </a:p>
                  </a:txBody>
                  <a:tcPr/>
                </a:tc>
                <a:tc>
                  <a:txBody>
                    <a:bodyPr/>
                    <a:lstStyle/>
                    <a:p>
                      <a:r>
                        <a:rPr lang="en-US" dirty="0"/>
                        <a:t>Highly </a:t>
                      </a:r>
                      <a:r>
                        <a:rPr lang="en-US" b="1" dirty="0"/>
                        <a:t>sensitive</a:t>
                      </a:r>
                      <a:r>
                        <a:rPr lang="en-US" dirty="0"/>
                        <a:t>; statistical power drops if a large fraction of included variants are noncausal/benign</a:t>
                      </a:r>
                    </a:p>
                  </a:txBody>
                  <a:tcPr/>
                </a:tc>
                <a:tc>
                  <a:txBody>
                    <a:bodyPr/>
                    <a:lstStyle/>
                    <a:p>
                      <a:r>
                        <a:rPr lang="en-US" b="1" dirty="0"/>
                        <a:t>More robust</a:t>
                      </a:r>
                      <a:r>
                        <a:rPr lang="en-US" dirty="0"/>
                        <a:t>; maintains statistical power well even with many non-causal variants</a:t>
                      </a:r>
                    </a:p>
                  </a:txBody>
                  <a:tcPr/>
                </a:tc>
                <a:extLst>
                  <a:ext uri="{0D108BD9-81ED-4DB2-BD59-A6C34878D82A}">
                    <a16:rowId xmlns:a16="http://schemas.microsoft.com/office/drawing/2014/main" val="4212799185"/>
                  </a:ext>
                </a:extLst>
              </a:tr>
              <a:tr h="370840">
                <a:tc>
                  <a:txBody>
                    <a:bodyPr/>
                    <a:lstStyle/>
                    <a:p>
                      <a:r>
                        <a:rPr lang="en-US" b="1" dirty="0"/>
                        <a:t>Optimal scenario</a:t>
                      </a:r>
                    </a:p>
                  </a:txBody>
                  <a:tcPr/>
                </a:tc>
                <a:tc>
                  <a:txBody>
                    <a:bodyPr/>
                    <a:lstStyle/>
                    <a:p>
                      <a:r>
                        <a:rPr lang="en-US" dirty="0"/>
                        <a:t>Best when </a:t>
                      </a:r>
                      <a:r>
                        <a:rPr lang="en-US" b="1" dirty="0"/>
                        <a:t>most</a:t>
                      </a:r>
                      <a:r>
                        <a:rPr lang="en-US" dirty="0"/>
                        <a:t> qualified variants in a genomic region are causal with all effects sharing the same direction</a:t>
                      </a:r>
                    </a:p>
                  </a:txBody>
                  <a:tcPr/>
                </a:tc>
                <a:tc>
                  <a:txBody>
                    <a:bodyPr/>
                    <a:lstStyle/>
                    <a:p>
                      <a:r>
                        <a:rPr lang="en-US"/>
                        <a:t>Continues to work </a:t>
                      </a:r>
                      <a:r>
                        <a:rPr lang="en-US" dirty="0"/>
                        <a:t>when </a:t>
                      </a:r>
                      <a:r>
                        <a:rPr lang="en-US" b="0" dirty="0"/>
                        <a:t>a large fraction of variants are noncausal or if effects point in opposite directions</a:t>
                      </a:r>
                    </a:p>
                  </a:txBody>
                  <a:tcPr/>
                </a:tc>
                <a:extLst>
                  <a:ext uri="{0D108BD9-81ED-4DB2-BD59-A6C34878D82A}">
                    <a16:rowId xmlns:a16="http://schemas.microsoft.com/office/drawing/2014/main" val="2220261180"/>
                  </a:ext>
                </a:extLst>
              </a:tr>
              <a:tr h="370840">
                <a:tc>
                  <a:txBody>
                    <a:bodyPr/>
                    <a:lstStyle/>
                    <a:p>
                      <a:r>
                        <a:rPr lang="en-US" b="1" dirty="0"/>
                        <a:t>Statistical framework</a:t>
                      </a:r>
                    </a:p>
                  </a:txBody>
                  <a:tcPr/>
                </a:tc>
                <a:tc>
                  <a:txBody>
                    <a:bodyPr/>
                    <a:lstStyle/>
                    <a:p>
                      <a:r>
                        <a:rPr lang="en-US" dirty="0"/>
                        <a:t>Linear or logistic regression on the collapsed burden score</a:t>
                      </a:r>
                    </a:p>
                  </a:txBody>
                  <a:tcPr/>
                </a:tc>
                <a:tc>
                  <a:txBody>
                    <a:bodyPr/>
                    <a:lstStyle/>
                    <a:p>
                      <a:r>
                        <a:rPr lang="en-US" dirty="0"/>
                        <a:t>Variance component test using kernel machine learning</a:t>
                      </a:r>
                    </a:p>
                  </a:txBody>
                  <a:tcPr/>
                </a:tc>
                <a:extLst>
                  <a:ext uri="{0D108BD9-81ED-4DB2-BD59-A6C34878D82A}">
                    <a16:rowId xmlns:a16="http://schemas.microsoft.com/office/drawing/2014/main" val="1235073335"/>
                  </a:ext>
                </a:extLst>
              </a:tr>
              <a:tr h="370840">
                <a:tc>
                  <a:txBody>
                    <a:bodyPr/>
                    <a:lstStyle/>
                    <a:p>
                      <a:r>
                        <a:rPr lang="en-US" b="1" dirty="0"/>
                        <a:t>Non-centrality parameter</a:t>
                      </a:r>
                    </a:p>
                  </a:txBody>
                  <a:tcPr/>
                </a:tc>
                <a:tc>
                  <a:txBody>
                    <a:bodyPr/>
                    <a:lstStyle/>
                    <a:p>
                      <a:r>
                        <a:rPr lang="en-US" dirty="0"/>
                        <a:t>Summed, then squared:</a:t>
                      </a:r>
                      <a:br>
                        <a:rPr lang="en-US" dirty="0"/>
                      </a:br>
                      <a:r>
                        <a:rPr lang="en-US" sz="1800" b="0" i="0" kern="1200" dirty="0">
                          <a:solidFill>
                            <a:schemeClr val="dk1"/>
                          </a:solidFill>
                          <a:effectLst/>
                          <a:latin typeface="+mn-lt"/>
                          <a:ea typeface="+mn-ea"/>
                          <a:cs typeface="+mn-cs"/>
                        </a:rPr>
                        <a:t>NCP ∝ ( </a:t>
                      </a:r>
                      <a:r>
                        <a:rPr lang="en-US" sz="1800" b="0" i="0" kern="1200" dirty="0" err="1">
                          <a:solidFill>
                            <a:schemeClr val="dk1"/>
                          </a:solidFill>
                          <a:effectLst/>
                          <a:latin typeface="+mn-lt"/>
                          <a:ea typeface="+mn-ea"/>
                          <a:cs typeface="+mn-cs"/>
                        </a:rPr>
                        <a:t>Σ</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w</a:t>
                      </a:r>
                      <a:r>
                        <a:rPr lang="en-US" sz="1800" b="0" i="0" kern="1200" baseline="-25000" dirty="0" err="1">
                          <a:solidFill>
                            <a:schemeClr val="dk1"/>
                          </a:solidFill>
                          <a:effectLst/>
                          <a:latin typeface="+mn-lt"/>
                          <a:ea typeface="+mn-ea"/>
                          <a:cs typeface="+mn-cs"/>
                        </a:rPr>
                        <a:t>j</a:t>
                      </a:r>
                      <a:r>
                        <a:rPr lang="en-US" sz="1800" b="0" i="0" kern="1200" dirty="0">
                          <a:solidFill>
                            <a:schemeClr val="dk1"/>
                          </a:solidFill>
                          <a:effectLst/>
                          <a:latin typeface="+mn-lt"/>
                          <a:ea typeface="+mn-ea"/>
                          <a:cs typeface="+mn-cs"/>
                        </a:rPr>
                        <a:t> β</a:t>
                      </a:r>
                      <a:r>
                        <a:rPr lang="en-US" sz="1800" b="0" i="0" kern="1200" baseline="-25000" dirty="0">
                          <a:solidFill>
                            <a:schemeClr val="dk1"/>
                          </a:solidFill>
                          <a:effectLst/>
                          <a:latin typeface="+mn-lt"/>
                          <a:ea typeface="+mn-ea"/>
                          <a:cs typeface="+mn-cs"/>
                        </a:rPr>
                        <a:t>j</a:t>
                      </a:r>
                      <a:r>
                        <a:rPr lang="en-US" sz="1800" b="0" i="0" kern="1200" dirty="0">
                          <a:solidFill>
                            <a:schemeClr val="dk1"/>
                          </a:solidFill>
                          <a:effectLst/>
                          <a:latin typeface="+mn-lt"/>
                          <a:ea typeface="+mn-ea"/>
                          <a:cs typeface="+mn-cs"/>
                        </a:rPr>
                        <a:t> )²</a:t>
                      </a:r>
                      <a:endParaRPr lang="en-US" dirty="0"/>
                    </a:p>
                  </a:txBody>
                  <a:tcPr/>
                </a:tc>
                <a:tc>
                  <a:txBody>
                    <a:bodyPr/>
                    <a:lstStyle/>
                    <a:p>
                      <a:r>
                        <a:rPr lang="en-US" dirty="0"/>
                        <a:t>Squared, then summed:</a:t>
                      </a:r>
                      <a:br>
                        <a:rPr lang="en-US" dirty="0"/>
                      </a:br>
                      <a:r>
                        <a:rPr lang="en-US" sz="1800" b="0" i="0" kern="1200" dirty="0">
                          <a:solidFill>
                            <a:schemeClr val="dk1"/>
                          </a:solidFill>
                          <a:effectLst/>
                          <a:latin typeface="+mn-lt"/>
                          <a:ea typeface="+mn-ea"/>
                          <a:cs typeface="+mn-cs"/>
                        </a:rPr>
                        <a:t>NCP ∝ </a:t>
                      </a:r>
                      <a:r>
                        <a:rPr lang="en-US" sz="1800" b="0" i="0" kern="1200" dirty="0" err="1">
                          <a:solidFill>
                            <a:schemeClr val="dk1"/>
                          </a:solidFill>
                          <a:effectLst/>
                          <a:latin typeface="+mn-lt"/>
                          <a:ea typeface="+mn-ea"/>
                          <a:cs typeface="+mn-cs"/>
                        </a:rPr>
                        <a:t>Σ</a:t>
                      </a:r>
                      <a:r>
                        <a:rPr lang="en-US" sz="1800" b="0" i="0" kern="1200" dirty="0">
                          <a:solidFill>
                            <a:schemeClr val="dk1"/>
                          </a:solidFill>
                          <a:effectLst/>
                          <a:latin typeface="+mn-lt"/>
                          <a:ea typeface="+mn-ea"/>
                          <a:cs typeface="+mn-cs"/>
                        </a:rPr>
                        <a:t> w</a:t>
                      </a:r>
                      <a:r>
                        <a:rPr lang="en-US" sz="1800" b="0" i="0" kern="1200" baseline="-25000" dirty="0">
                          <a:solidFill>
                            <a:schemeClr val="dk1"/>
                          </a:solidFill>
                          <a:effectLst/>
                          <a:latin typeface="+mn-lt"/>
                          <a:ea typeface="+mn-ea"/>
                          <a:cs typeface="+mn-cs"/>
                        </a:rPr>
                        <a:t>j</a:t>
                      </a:r>
                      <a:r>
                        <a:rPr lang="en-US" sz="1800" b="0" i="0" kern="1200" baseline="30000" dirty="0">
                          <a:solidFill>
                            <a:schemeClr val="dk1"/>
                          </a:solidFill>
                          <a:effectLst/>
                          <a:latin typeface="+mn-lt"/>
                          <a:ea typeface="+mn-ea"/>
                          <a:cs typeface="+mn-cs"/>
                        </a:rPr>
                        <a:t>2</a:t>
                      </a:r>
                      <a:r>
                        <a:rPr lang="en-US" sz="1800" b="0" i="0" kern="1200" dirty="0">
                          <a:solidFill>
                            <a:schemeClr val="dk1"/>
                          </a:solidFill>
                          <a:effectLst/>
                          <a:latin typeface="+mn-lt"/>
                          <a:ea typeface="+mn-ea"/>
                          <a:cs typeface="+mn-cs"/>
                        </a:rPr>
                        <a:t> β</a:t>
                      </a:r>
                      <a:r>
                        <a:rPr lang="en-US" sz="1800" b="0" i="0" kern="1200" baseline="-25000" dirty="0">
                          <a:solidFill>
                            <a:schemeClr val="dk1"/>
                          </a:solidFill>
                          <a:effectLst/>
                          <a:latin typeface="+mn-lt"/>
                          <a:ea typeface="+mn-ea"/>
                          <a:cs typeface="+mn-cs"/>
                        </a:rPr>
                        <a:t>j</a:t>
                      </a:r>
                      <a:r>
                        <a:rPr lang="en-US" sz="1800" b="0" i="0" kern="1200" baseline="30000" dirty="0">
                          <a:solidFill>
                            <a:schemeClr val="dk1"/>
                          </a:solidFill>
                          <a:effectLst/>
                          <a:latin typeface="+mn-lt"/>
                          <a:ea typeface="+mn-ea"/>
                          <a:cs typeface="+mn-cs"/>
                        </a:rPr>
                        <a:t>2</a:t>
                      </a:r>
                      <a:endParaRPr lang="en-US" dirty="0"/>
                    </a:p>
                  </a:txBody>
                  <a:tcPr/>
                </a:tc>
                <a:extLst>
                  <a:ext uri="{0D108BD9-81ED-4DB2-BD59-A6C34878D82A}">
                    <a16:rowId xmlns:a16="http://schemas.microsoft.com/office/drawing/2014/main" val="3361798339"/>
                  </a:ext>
                </a:extLst>
              </a:tr>
            </a:tbl>
          </a:graphicData>
        </a:graphic>
      </p:graphicFrame>
      <p:sp>
        <p:nvSpPr>
          <p:cNvPr id="5" name="Rectangle 4">
            <a:extLst>
              <a:ext uri="{FF2B5EF4-FFF2-40B4-BE49-F238E27FC236}">
                <a16:creationId xmlns:a16="http://schemas.microsoft.com/office/drawing/2014/main" id="{802AE483-7D7C-13D0-48B8-B678B7711FFD}"/>
              </a:ext>
            </a:extLst>
          </p:cNvPr>
          <p:cNvSpPr/>
          <p:nvPr/>
        </p:nvSpPr>
        <p:spPr>
          <a:xfrm>
            <a:off x="2586446" y="2338251"/>
            <a:ext cx="9287691" cy="940526"/>
          </a:xfrm>
          <a:prstGeom prst="rect">
            <a:avLst/>
          </a:prstGeom>
          <a:solidFill>
            <a:srgbClr val="E7EB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BAE5FA8-069F-867F-9AE0-3E87B521C125}"/>
              </a:ext>
            </a:extLst>
          </p:cNvPr>
          <p:cNvSpPr/>
          <p:nvPr/>
        </p:nvSpPr>
        <p:spPr>
          <a:xfrm>
            <a:off x="2586446" y="3284660"/>
            <a:ext cx="9287691" cy="889471"/>
          </a:xfrm>
          <a:prstGeom prst="rect">
            <a:avLst/>
          </a:prstGeom>
          <a:solidFill>
            <a:srgbClr val="CCD3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5DC0CA1-0AA8-8EB7-1AE2-93E0DB20582D}"/>
              </a:ext>
            </a:extLst>
          </p:cNvPr>
          <p:cNvSpPr/>
          <p:nvPr/>
        </p:nvSpPr>
        <p:spPr>
          <a:xfrm>
            <a:off x="2586446" y="4174131"/>
            <a:ext cx="9287691" cy="940526"/>
          </a:xfrm>
          <a:prstGeom prst="rect">
            <a:avLst/>
          </a:prstGeom>
          <a:solidFill>
            <a:srgbClr val="E7EB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961B67F-4ACC-52B3-9DAC-865090EB2BCD}"/>
              </a:ext>
            </a:extLst>
          </p:cNvPr>
          <p:cNvSpPr/>
          <p:nvPr/>
        </p:nvSpPr>
        <p:spPr>
          <a:xfrm>
            <a:off x="2586446" y="5114656"/>
            <a:ext cx="9287691" cy="1265097"/>
          </a:xfrm>
          <a:prstGeom prst="rect">
            <a:avLst/>
          </a:prstGeom>
          <a:solidFill>
            <a:srgbClr val="CCD3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78252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xit" presetSubtype="5" fill="hold" grpId="0" nodeType="clickEffect">
                                  <p:stCondLst>
                                    <p:cond delay="0"/>
                                  </p:stCondLst>
                                  <p:childTnLst>
                                    <p:animEffect transition="out" filter="checkerboard(down)">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5" presetClass="exit" presetSubtype="5" fill="hold" grpId="0" nodeType="clickEffect">
                                  <p:stCondLst>
                                    <p:cond delay="0"/>
                                  </p:stCondLst>
                                  <p:childTnLst>
                                    <p:animEffect transition="out" filter="checkerboard(down)">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5" presetClass="exit" presetSubtype="5" fill="hold" grpId="0" nodeType="clickEffect">
                                  <p:stCondLst>
                                    <p:cond delay="0"/>
                                  </p:stCondLst>
                                  <p:childTnLst>
                                    <p:animEffect transition="out" filter="checkerboard(down)">
                                      <p:cBhvr>
                                        <p:cTn id="16" dur="500"/>
                                        <p:tgtEl>
                                          <p:spTgt spid="7"/>
                                        </p:tgtEl>
                                      </p:cBhvr>
                                    </p:animEffect>
                                    <p:set>
                                      <p:cBhvr>
                                        <p:cTn id="17" dur="1" fill="hold">
                                          <p:stCondLst>
                                            <p:cond delay="499"/>
                                          </p:stCondLst>
                                        </p:cTn>
                                        <p:tgtEl>
                                          <p:spTgt spid="7"/>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5" presetClass="exit" presetSubtype="5" fill="hold" grpId="0" nodeType="clickEffect">
                                  <p:stCondLst>
                                    <p:cond delay="0"/>
                                  </p:stCondLst>
                                  <p:childTnLst>
                                    <p:animEffect transition="out" filter="checkerboard(down)">
                                      <p:cBhvr>
                                        <p:cTn id="21" dur="500"/>
                                        <p:tgtEl>
                                          <p:spTgt spid="8"/>
                                        </p:tgtEl>
                                      </p:cBhvr>
                                    </p:animEffect>
                                    <p:set>
                                      <p:cBhvr>
                                        <p:cTn id="22"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72720-8B47-FBEF-6386-CABDD4056E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5B770C-C75B-DD69-DB7F-CBA633BE5A5B}"/>
              </a:ext>
            </a:extLst>
          </p:cNvPr>
          <p:cNvSpPr>
            <a:spLocks noGrp="1"/>
          </p:cNvSpPr>
          <p:nvPr>
            <p:ph type="title"/>
          </p:nvPr>
        </p:nvSpPr>
        <p:spPr/>
        <p:txBody>
          <a:bodyPr>
            <a:normAutofit/>
          </a:bodyPr>
          <a:lstStyle/>
          <a:p>
            <a:r>
              <a:rPr lang="en-US" sz="4000" b="1" dirty="0">
                <a:solidFill>
                  <a:schemeClr val="accent1"/>
                </a:solidFill>
              </a:rPr>
              <a:t>Principles of rare genetic disease association</a:t>
            </a:r>
          </a:p>
        </p:txBody>
      </p:sp>
      <p:pic>
        <p:nvPicPr>
          <p:cNvPr id="5" name="Picture 4" descr="Individuals must have two copies of the mutated gene to display an autosomal recessive condition. Heterozygous individuals (carriers) can transmit the allele to offspring but are not themselves affected.">
            <a:extLst>
              <a:ext uri="{FF2B5EF4-FFF2-40B4-BE49-F238E27FC236}">
                <a16:creationId xmlns:a16="http://schemas.microsoft.com/office/drawing/2014/main" id="{B16AA3BF-9E4D-411F-48DB-C15236A46054}"/>
              </a:ext>
            </a:extLst>
          </p:cNvPr>
          <p:cNvPicPr>
            <a:picLocks noChangeAspect="1"/>
          </p:cNvPicPr>
          <p:nvPr/>
        </p:nvPicPr>
        <p:blipFill>
          <a:blip r:embed="rId2"/>
          <a:srcRect l="51592" t="12977"/>
          <a:stretch>
            <a:fillRect/>
          </a:stretch>
        </p:blipFill>
        <p:spPr>
          <a:xfrm>
            <a:off x="623454" y="2054603"/>
            <a:ext cx="2514600" cy="2748794"/>
          </a:xfrm>
          <a:prstGeom prst="rect">
            <a:avLst/>
          </a:prstGeom>
        </p:spPr>
      </p:pic>
      <p:sp>
        <p:nvSpPr>
          <p:cNvPr id="6" name="TextBox 5">
            <a:extLst>
              <a:ext uri="{FF2B5EF4-FFF2-40B4-BE49-F238E27FC236}">
                <a16:creationId xmlns:a16="http://schemas.microsoft.com/office/drawing/2014/main" id="{0A925626-D4AC-5280-C564-E14A2590FE4C}"/>
              </a:ext>
            </a:extLst>
          </p:cNvPr>
          <p:cNvSpPr txBox="1"/>
          <p:nvPr/>
        </p:nvSpPr>
        <p:spPr>
          <a:xfrm>
            <a:off x="623454" y="4803397"/>
            <a:ext cx="2468946" cy="369332"/>
          </a:xfrm>
          <a:prstGeom prst="rect">
            <a:avLst/>
          </a:prstGeom>
          <a:noFill/>
        </p:spPr>
        <p:txBody>
          <a:bodyPr wrap="none" rtlCol="0">
            <a:spAutoFit/>
          </a:bodyPr>
          <a:lstStyle/>
          <a:p>
            <a:r>
              <a:rPr lang="en-US" dirty="0"/>
              <a:t>25%	50%	25%</a:t>
            </a:r>
          </a:p>
        </p:txBody>
      </p:sp>
      <p:sp>
        <p:nvSpPr>
          <p:cNvPr id="7" name="Right Bracket 6">
            <a:extLst>
              <a:ext uri="{FF2B5EF4-FFF2-40B4-BE49-F238E27FC236}">
                <a16:creationId xmlns:a16="http://schemas.microsoft.com/office/drawing/2014/main" id="{3E5C0AC5-E7EF-A531-0FE4-02CF7D323446}"/>
              </a:ext>
            </a:extLst>
          </p:cNvPr>
          <p:cNvSpPr/>
          <p:nvPr/>
        </p:nvSpPr>
        <p:spPr>
          <a:xfrm rot="5400000">
            <a:off x="1803404" y="4087908"/>
            <a:ext cx="71877" cy="1107802"/>
          </a:xfrm>
          <a:prstGeom prst="rightBracket">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 name="Rounded Rectangle 2">
            <a:extLst>
              <a:ext uri="{FF2B5EF4-FFF2-40B4-BE49-F238E27FC236}">
                <a16:creationId xmlns:a16="http://schemas.microsoft.com/office/drawing/2014/main" id="{2D3ED4DD-B2F2-810D-893D-9C70F00B3DA2}"/>
              </a:ext>
            </a:extLst>
          </p:cNvPr>
          <p:cNvSpPr/>
          <p:nvPr/>
        </p:nvSpPr>
        <p:spPr>
          <a:xfrm>
            <a:off x="2452255" y="3429000"/>
            <a:ext cx="691543" cy="1743729"/>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2">
            <a:extLst>
              <a:ext uri="{FF2B5EF4-FFF2-40B4-BE49-F238E27FC236}">
                <a16:creationId xmlns:a16="http://schemas.microsoft.com/office/drawing/2014/main" id="{57CA9F20-E96E-51B1-393C-FB37309EFD82}"/>
              </a:ext>
            </a:extLst>
          </p:cNvPr>
          <p:cNvSpPr>
            <a:spLocks noGrp="1"/>
          </p:cNvSpPr>
          <p:nvPr>
            <p:ph idx="1"/>
          </p:nvPr>
        </p:nvSpPr>
        <p:spPr>
          <a:xfrm>
            <a:off x="3466396" y="1525439"/>
            <a:ext cx="8102150" cy="4943624"/>
          </a:xfrm>
        </p:spPr>
        <p:txBody>
          <a:bodyPr>
            <a:normAutofit/>
          </a:bodyPr>
          <a:lstStyle/>
          <a:p>
            <a:pPr marL="342900" indent="-342900">
              <a:lnSpc>
                <a:spcPct val="100000"/>
              </a:lnSpc>
              <a:buFont typeface="+mj-lt"/>
              <a:buAutoNum type="arabicPeriod"/>
            </a:pPr>
            <a:r>
              <a:rPr lang="en-US" sz="2400" dirty="0"/>
              <a:t>The causal variant must be rare</a:t>
            </a:r>
          </a:p>
          <a:p>
            <a:pPr marL="342900" indent="-342900">
              <a:lnSpc>
                <a:spcPct val="100000"/>
              </a:lnSpc>
              <a:buFont typeface="+mj-lt"/>
              <a:buAutoNum type="arabicPeriod"/>
            </a:pPr>
            <a:r>
              <a:rPr lang="en-US" sz="2400" dirty="0"/>
              <a:t>The causal variant must be more common in affected cases than it is in unaffected controls</a:t>
            </a:r>
          </a:p>
          <a:p>
            <a:pPr lvl="1">
              <a:lnSpc>
                <a:spcPct val="100000"/>
              </a:lnSpc>
            </a:pPr>
            <a:r>
              <a:rPr lang="en-US" sz="2000" dirty="0"/>
              <a:t>If there is family genetic data available, the causal variant should segregate with the trait in that family</a:t>
            </a:r>
          </a:p>
          <a:p>
            <a:pPr marL="342900" indent="-342900">
              <a:lnSpc>
                <a:spcPct val="100000"/>
              </a:lnSpc>
              <a:buFont typeface="+mj-lt"/>
              <a:buAutoNum type="arabicPeriod"/>
            </a:pPr>
            <a:r>
              <a:rPr lang="en-US" sz="2400" dirty="0"/>
              <a:t>The variant must have a functional effect on biology different from the reference</a:t>
            </a:r>
          </a:p>
          <a:p>
            <a:pPr lvl="1">
              <a:lnSpc>
                <a:spcPct val="100000"/>
              </a:lnSpc>
            </a:pPr>
            <a:r>
              <a:rPr lang="en-US" sz="2000" dirty="0"/>
              <a:t>Bioinformatics predictions, experimental assays</a:t>
            </a:r>
          </a:p>
          <a:p>
            <a:pPr marL="342900" indent="-342900">
              <a:lnSpc>
                <a:spcPct val="100000"/>
              </a:lnSpc>
              <a:buFont typeface="+mj-lt"/>
              <a:buAutoNum type="arabicPeriod"/>
            </a:pPr>
            <a:r>
              <a:rPr lang="en-US" sz="2400" dirty="0"/>
              <a:t>A second, independent line of evidence also supports the gene-disease relationship</a:t>
            </a:r>
          </a:p>
          <a:p>
            <a:pPr lvl="1">
              <a:lnSpc>
                <a:spcPct val="100000"/>
              </a:lnSpc>
            </a:pPr>
            <a:r>
              <a:rPr lang="en-US" sz="2000" dirty="0"/>
              <a:t>Other families or studies, animal models</a:t>
            </a:r>
          </a:p>
          <a:p>
            <a:pPr marL="342900" indent="-342900">
              <a:lnSpc>
                <a:spcPct val="100000"/>
              </a:lnSpc>
              <a:buFont typeface="+mj-lt"/>
              <a:buAutoNum type="arabicPeriod"/>
            </a:pPr>
            <a:endParaRPr lang="en-US" sz="2000" dirty="0"/>
          </a:p>
        </p:txBody>
      </p:sp>
      <p:sp>
        <p:nvSpPr>
          <p:cNvPr id="10" name="TextBox 9">
            <a:extLst>
              <a:ext uri="{FF2B5EF4-FFF2-40B4-BE49-F238E27FC236}">
                <a16:creationId xmlns:a16="http://schemas.microsoft.com/office/drawing/2014/main" id="{50E9BD62-B0A8-C16B-6D97-63E1FDC3BEEF}"/>
              </a:ext>
            </a:extLst>
          </p:cNvPr>
          <p:cNvSpPr txBox="1"/>
          <p:nvPr/>
        </p:nvSpPr>
        <p:spPr>
          <a:xfrm>
            <a:off x="264442" y="6238230"/>
            <a:ext cx="11663115" cy="461665"/>
          </a:xfrm>
          <a:prstGeom prst="rect">
            <a:avLst/>
          </a:prstGeom>
          <a:noFill/>
        </p:spPr>
        <p:txBody>
          <a:bodyPr wrap="square">
            <a:spAutoFit/>
          </a:bodyPr>
          <a:lstStyle/>
          <a:p>
            <a:r>
              <a:rPr lang="en-US" sz="1200" b="0" i="0" dirty="0">
                <a:solidFill>
                  <a:schemeClr val="tx1"/>
                </a:solidFill>
                <a:effectLst/>
                <a:latin typeface="+mn-lt"/>
              </a:rPr>
              <a:t>Strande NT, et al. Evaluating the Clinical Validity of Gene-Disease Associations: An Evidence-Based Framework Developed by the Clinical Genome Resource. Am J Hum Genet. 2017 Jun 1;100(6):895-906. </a:t>
            </a:r>
            <a:r>
              <a:rPr lang="en-US" sz="1200" b="0" i="0" dirty="0" err="1">
                <a:solidFill>
                  <a:schemeClr val="tx1"/>
                </a:solidFill>
                <a:effectLst/>
                <a:latin typeface="+mn-lt"/>
              </a:rPr>
              <a:t>doi</a:t>
            </a:r>
            <a:r>
              <a:rPr lang="en-US" sz="1200" b="0" i="0" dirty="0">
                <a:solidFill>
                  <a:schemeClr val="tx1"/>
                </a:solidFill>
                <a:effectLst/>
                <a:latin typeface="+mn-lt"/>
              </a:rPr>
              <a:t>: 10.1016/j.ajhg.2017.04.015. </a:t>
            </a:r>
            <a:r>
              <a:rPr lang="en-US" sz="1200" b="0" i="0" dirty="0" err="1">
                <a:solidFill>
                  <a:schemeClr val="tx1"/>
                </a:solidFill>
                <a:effectLst/>
                <a:latin typeface="+mn-lt"/>
              </a:rPr>
              <a:t>Epub</a:t>
            </a:r>
            <a:r>
              <a:rPr lang="en-US" sz="1200" b="0" i="0" dirty="0">
                <a:solidFill>
                  <a:schemeClr val="tx1"/>
                </a:solidFill>
                <a:effectLst/>
                <a:latin typeface="+mn-lt"/>
              </a:rPr>
              <a:t> 2017 May 25. </a:t>
            </a:r>
            <a:r>
              <a:rPr lang="en-US" sz="1200" dirty="0">
                <a:hlinkClick r:id="rId3"/>
              </a:rPr>
              <a:t>https://pmc.ncbi.nlm.nih.gov/articles/PMC5473734/</a:t>
            </a:r>
            <a:r>
              <a:rPr lang="en-US" sz="1200" dirty="0"/>
              <a:t> </a:t>
            </a:r>
          </a:p>
        </p:txBody>
      </p:sp>
    </p:spTree>
    <p:extLst>
      <p:ext uri="{BB962C8B-B14F-4D97-AF65-F5344CB8AC3E}">
        <p14:creationId xmlns:p14="http://schemas.microsoft.com/office/powerpoint/2010/main" val="947815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8">
                                            <p:txEl>
                                              <p:pRg st="5" end="5"/>
                                            </p:txEl>
                                          </p:spTgt>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8">
                                            <p:txEl>
                                              <p:pRg st="6" end="6"/>
                                            </p:txEl>
                                          </p:spTgt>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8">
                                            <p:txEl>
                                              <p:pRg st="2" end="2"/>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64EC3-1F3F-1BB3-3D55-E26BD2B996B7}"/>
              </a:ext>
            </a:extLst>
          </p:cNvPr>
          <p:cNvSpPr>
            <a:spLocks noGrp="1"/>
          </p:cNvSpPr>
          <p:nvPr>
            <p:ph type="title"/>
          </p:nvPr>
        </p:nvSpPr>
        <p:spPr/>
        <p:txBody>
          <a:bodyPr>
            <a:normAutofit/>
          </a:bodyPr>
          <a:lstStyle/>
          <a:p>
            <a:r>
              <a:rPr lang="en-US" sz="3600" b="1">
                <a:solidFill>
                  <a:schemeClr val="accent1"/>
                </a:solidFill>
              </a:rPr>
              <a:t>Variant annotation: how to know if a variant is rare</a:t>
            </a:r>
            <a:endParaRPr lang="en-US" sz="3600" b="1" i="1" dirty="0">
              <a:solidFill>
                <a:schemeClr val="accent1"/>
              </a:solidFill>
            </a:endParaRPr>
          </a:p>
        </p:txBody>
      </p:sp>
      <p:sp>
        <p:nvSpPr>
          <p:cNvPr id="3" name="Content Placeholder 2">
            <a:extLst>
              <a:ext uri="{FF2B5EF4-FFF2-40B4-BE49-F238E27FC236}">
                <a16:creationId xmlns:a16="http://schemas.microsoft.com/office/drawing/2014/main" id="{9EBDB964-085F-F084-CBBA-C59CE2FE9A60}"/>
              </a:ext>
            </a:extLst>
          </p:cNvPr>
          <p:cNvSpPr>
            <a:spLocks noGrp="1"/>
          </p:cNvSpPr>
          <p:nvPr>
            <p:ph idx="1"/>
          </p:nvPr>
        </p:nvSpPr>
        <p:spPr>
          <a:xfrm>
            <a:off x="838200" y="1574165"/>
            <a:ext cx="10515600" cy="4667250"/>
          </a:xfrm>
        </p:spPr>
        <p:txBody>
          <a:bodyPr>
            <a:noAutofit/>
          </a:bodyPr>
          <a:lstStyle/>
          <a:p>
            <a:r>
              <a:rPr lang="en-US" sz="2400"/>
              <a:t>Start </a:t>
            </a:r>
            <a:r>
              <a:rPr lang="en-US" sz="2400" dirty="0"/>
              <a:t>with your disease/trait, </a:t>
            </a:r>
            <a:r>
              <a:rPr lang="en-US" sz="2400"/>
              <a:t>not genetics</a:t>
            </a:r>
            <a:endParaRPr lang="en-US" sz="2400" dirty="0"/>
          </a:p>
          <a:p>
            <a:r>
              <a:rPr lang="en-US" sz="2400" dirty="0"/>
              <a:t>If the disease is well studied, review known cohort studies and previously reported pathogenic variants as </a:t>
            </a:r>
            <a:r>
              <a:rPr lang="en-US" sz="2400"/>
              <a:t>a guide</a:t>
            </a:r>
          </a:p>
          <a:p>
            <a:pPr lvl="1"/>
            <a:r>
              <a:rPr lang="en-US" sz="2000"/>
              <a:t>ClinVar: </a:t>
            </a:r>
            <a:r>
              <a:rPr lang="en-US" sz="2000">
                <a:hlinkClick r:id="rId2"/>
              </a:rPr>
              <a:t>https://www.ncbi.nlm.nih.gov/clinvar/</a:t>
            </a:r>
            <a:r>
              <a:rPr lang="en-US" sz="2000"/>
              <a:t> </a:t>
            </a:r>
          </a:p>
          <a:p>
            <a:pPr lvl="1"/>
            <a:r>
              <a:rPr lang="en-US" sz="2000"/>
              <a:t>Your own cohort</a:t>
            </a:r>
          </a:p>
          <a:p>
            <a:r>
              <a:rPr lang="en-US" sz="2400"/>
              <a:t>Leverage large public resources</a:t>
            </a:r>
          </a:p>
          <a:p>
            <a:pPr lvl="1"/>
            <a:r>
              <a:rPr lang="en-US" sz="2000"/>
              <a:t>gnomAD (see also GenIE): </a:t>
            </a:r>
            <a:r>
              <a:rPr lang="en-US" sz="2000">
                <a:hlinkClick r:id="rId3"/>
              </a:rPr>
              <a:t>https://gnomad.broadinstitute.org/</a:t>
            </a:r>
            <a:r>
              <a:rPr lang="en-US" sz="2000"/>
              <a:t> (</a:t>
            </a:r>
            <a:r>
              <a:rPr lang="en-US" sz="2000">
                <a:hlinkClick r:id="rId4"/>
              </a:rPr>
              <a:t>https://gnomad.broadinstitute.org/news/2024-06-genie/</a:t>
            </a:r>
            <a:r>
              <a:rPr lang="en-US" sz="2000"/>
              <a:t>) </a:t>
            </a:r>
          </a:p>
          <a:p>
            <a:pPr lvl="1"/>
            <a:r>
              <a:rPr lang="en-US" sz="2000"/>
              <a:t>All of Us: </a:t>
            </a:r>
            <a:r>
              <a:rPr lang="en-US" sz="2000">
                <a:hlinkClick r:id="rId5"/>
              </a:rPr>
              <a:t>https://databrowser.researchallofus.org/snvsindels/</a:t>
            </a:r>
            <a:endParaRPr lang="en-US" sz="2000"/>
          </a:p>
          <a:p>
            <a:r>
              <a:rPr lang="en-US" sz="2400"/>
              <a:t>Pay attention to ancestry</a:t>
            </a:r>
          </a:p>
          <a:p>
            <a:pPr lvl="1"/>
            <a:r>
              <a:rPr lang="en-US" sz="2000"/>
              <a:t>many variants can be rare in one population, but more frequently observed in another</a:t>
            </a:r>
            <a:endParaRPr lang="en-US" sz="2400"/>
          </a:p>
          <a:p>
            <a:r>
              <a:rPr lang="en-US" sz="2400"/>
              <a:t>Frequency is the most important criteria for ‘qualifying’ a variant</a:t>
            </a:r>
          </a:p>
        </p:txBody>
      </p:sp>
    </p:spTree>
    <p:extLst>
      <p:ext uri="{BB962C8B-B14F-4D97-AF65-F5344CB8AC3E}">
        <p14:creationId xmlns:p14="http://schemas.microsoft.com/office/powerpoint/2010/main" val="3914993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A521C-1F08-9AE1-009D-DA53DCCB3F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6DEB08-54FD-EE0F-3773-61909D370048}"/>
              </a:ext>
            </a:extLst>
          </p:cNvPr>
          <p:cNvSpPr>
            <a:spLocks noGrp="1"/>
          </p:cNvSpPr>
          <p:nvPr>
            <p:ph type="title"/>
          </p:nvPr>
        </p:nvSpPr>
        <p:spPr/>
        <p:txBody>
          <a:bodyPr>
            <a:normAutofit/>
          </a:bodyPr>
          <a:lstStyle/>
          <a:p>
            <a:r>
              <a:rPr lang="en-US" sz="3600" b="1">
                <a:solidFill>
                  <a:schemeClr val="accent1"/>
                </a:solidFill>
              </a:rPr>
              <a:t>Variant annotation: how to know if a variant is rare</a:t>
            </a:r>
            <a:endParaRPr lang="en-US" sz="3600" b="1" i="1" dirty="0">
              <a:solidFill>
                <a:schemeClr val="accent1"/>
              </a:solidFill>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AD74633-2EAA-793C-3082-B356F231AA6B}"/>
                  </a:ext>
                </a:extLst>
              </p:cNvPr>
              <p:cNvSpPr>
                <a:spLocks noGrp="1"/>
              </p:cNvSpPr>
              <p:nvPr>
                <p:ph idx="1"/>
              </p:nvPr>
            </p:nvSpPr>
            <p:spPr>
              <a:xfrm>
                <a:off x="838200" y="1825626"/>
                <a:ext cx="6251713" cy="1031874"/>
              </a:xfrm>
            </p:spPr>
            <p:txBody>
              <a:bodyPr>
                <a:noAutofit/>
              </a:bodyPr>
              <a:lstStyle/>
              <a:p>
                <a:r>
                  <a:rPr lang="en-US" sz="2400"/>
                  <a:t>Hardy-Weinberg equilibrium where: </a:t>
                </a:r>
                <a:endParaRPr lang="en-US" sz="2400" i="1">
                  <a:latin typeface="Cambria Math" panose="02040503050406030204" pitchFamily="18" charset="0"/>
                </a:endParaRPr>
              </a:p>
              <a:p>
                <a:pPr lvl="1"/>
                <a14:m>
                  <m:oMath xmlns:m="http://schemas.openxmlformats.org/officeDocument/2006/math">
                    <m:r>
                      <a:rPr lang="en-US" sz="2000" i="1">
                        <a:latin typeface="Cambria Math" panose="02040503050406030204" pitchFamily="18" charset="0"/>
                      </a:rPr>
                      <m:t>𝑝</m:t>
                    </m:r>
                  </m:oMath>
                </a14:m>
                <a:r>
                  <a:rPr lang="en-US" sz="2000"/>
                  <a:t> = major allele frequency </a:t>
                </a:r>
              </a:p>
              <a:p>
                <a:pPr lvl="1"/>
                <a14:m>
                  <m:oMath xmlns:m="http://schemas.openxmlformats.org/officeDocument/2006/math">
                    <m:r>
                      <a:rPr lang="en-US" sz="2000" i="1">
                        <a:latin typeface="Cambria Math" panose="02040503050406030204" pitchFamily="18" charset="0"/>
                      </a:rPr>
                      <m:t>𝑞</m:t>
                    </m:r>
                  </m:oMath>
                </a14:m>
                <a:r>
                  <a:rPr lang="en-US" sz="2000"/>
                  <a:t> = minor allele frequency</a:t>
                </a:r>
              </a:p>
            </p:txBody>
          </p:sp>
        </mc:Choice>
        <mc:Fallback xmlns="">
          <p:sp>
            <p:nvSpPr>
              <p:cNvPr id="3" name="Content Placeholder 2">
                <a:extLst>
                  <a:ext uri="{FF2B5EF4-FFF2-40B4-BE49-F238E27FC236}">
                    <a16:creationId xmlns:a16="http://schemas.microsoft.com/office/drawing/2014/main" id="{FAD74633-2EAA-793C-3082-B356F231AA6B}"/>
                  </a:ext>
                </a:extLst>
              </p:cNvPr>
              <p:cNvSpPr>
                <a:spLocks noGrp="1" noRot="1" noChangeAspect="1" noMove="1" noResize="1" noEditPoints="1" noAdjustHandles="1" noChangeArrowheads="1" noChangeShapeType="1" noTextEdit="1"/>
              </p:cNvSpPr>
              <p:nvPr>
                <p:ph idx="1"/>
              </p:nvPr>
            </p:nvSpPr>
            <p:spPr>
              <a:xfrm>
                <a:off x="838200" y="1825626"/>
                <a:ext cx="6251713" cy="1031874"/>
              </a:xfrm>
              <a:blipFill>
                <a:blip r:embed="rId2"/>
                <a:stretch>
                  <a:fillRect l="-1420" t="-8434" b="-168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5CC04F4-6F48-A661-9F22-08DE0B9F6EA8}"/>
                  </a:ext>
                </a:extLst>
              </p:cNvPr>
              <p:cNvSpPr txBox="1"/>
              <p:nvPr/>
            </p:nvSpPr>
            <p:spPr>
              <a:xfrm>
                <a:off x="1695913" y="3202431"/>
                <a:ext cx="3511415" cy="453137"/>
              </a:xfrm>
              <a:prstGeom prst="rect">
                <a:avLst/>
              </a:prstGeom>
              <a:noFill/>
            </p:spPr>
            <p:txBody>
              <a:bodyPr wrap="square" rtlCol="0">
                <a:spAutoFit/>
              </a:bodyPr>
              <a:lstStyle/>
              <a:p>
                <a:pPr/>
                <a14:m>
                  <m:oMathPara xmlns:m="http://schemas.openxmlformats.org/officeDocument/2006/math">
                    <m:oMath>
                      <m:r>
                        <a:rPr lang="en-US" sz="2400" b="0" i="1" smtClean="0">
                          <a:latin typeface="Cambria Math" panose="02040503050406030204" pitchFamily="18" charset="0"/>
                        </a:rPr>
                        <m:t>1=</m:t>
                      </m:r>
                      <m:r>
                        <a:rPr lang="en-US" sz="2400" b="0" i="1" smtClean="0">
                          <a:latin typeface="Cambria Math" panose="02040503050406030204" pitchFamily="18" charset="0"/>
                        </a:rPr>
                        <m:t>𝑝</m:t>
                      </m:r>
                      <m:r>
                        <a:rPr lang="en-US" sz="2400" b="0" i="1" baseline="30000" smtClean="0">
                          <a:latin typeface="Cambria Math" panose="02040503050406030204" pitchFamily="18" charset="0"/>
                        </a:rPr>
                        <m:t>2</m:t>
                      </m:r>
                      <m:r>
                        <a:rPr lang="en-US" sz="2400" b="0" i="1" smtClean="0">
                          <a:latin typeface="Cambria Math" panose="02040503050406030204" pitchFamily="18" charset="0"/>
                        </a:rPr>
                        <m:t>+2</m:t>
                      </m:r>
                      <m:r>
                        <a:rPr lang="en-US" sz="2400" b="0" i="1" smtClean="0">
                          <a:latin typeface="Cambria Math" panose="02040503050406030204" pitchFamily="18" charset="0"/>
                        </a:rPr>
                        <m:t>𝑝𝑞</m:t>
                      </m:r>
                      <m:r>
                        <a:rPr lang="en-US" sz="2400" b="0" i="1" smtClean="0">
                          <a:latin typeface="Cambria Math" panose="02040503050406030204" pitchFamily="18" charset="0"/>
                        </a:rPr>
                        <m:t>+</m:t>
                      </m:r>
                      <m:r>
                        <a:rPr lang="en-US" sz="2400" b="0" i="1" smtClean="0">
                          <a:latin typeface="Cambria Math" panose="02040503050406030204" pitchFamily="18" charset="0"/>
                        </a:rPr>
                        <m:t>𝑞</m:t>
                      </m:r>
                      <m:r>
                        <a:rPr lang="en-US" sz="2400" b="0" i="1" baseline="30000" smtClean="0">
                          <a:latin typeface="Cambria Math" panose="02040503050406030204" pitchFamily="18" charset="0"/>
                        </a:rPr>
                        <m:t>2</m:t>
                      </m:r>
                    </m:oMath>
                  </m:oMathPara>
                </a14:m>
                <a:endParaRPr lang="en-US" sz="2400" baseline="30000"/>
              </a:p>
            </p:txBody>
          </p:sp>
        </mc:Choice>
        <mc:Fallback xmlns="">
          <p:sp>
            <p:nvSpPr>
              <p:cNvPr id="4" name="TextBox 3">
                <a:extLst>
                  <a:ext uri="{FF2B5EF4-FFF2-40B4-BE49-F238E27FC236}">
                    <a16:creationId xmlns:a16="http://schemas.microsoft.com/office/drawing/2014/main" id="{65CC04F4-6F48-A661-9F22-08DE0B9F6EA8}"/>
                  </a:ext>
                </a:extLst>
              </p:cNvPr>
              <p:cNvSpPr txBox="1">
                <a:spLocks noRot="1" noChangeAspect="1" noMove="1" noResize="1" noEditPoints="1" noAdjustHandles="1" noChangeArrowheads="1" noChangeShapeType="1" noTextEdit="1"/>
              </p:cNvSpPr>
              <p:nvPr/>
            </p:nvSpPr>
            <p:spPr>
              <a:xfrm>
                <a:off x="1695913" y="3202431"/>
                <a:ext cx="3511415" cy="453137"/>
              </a:xfrm>
              <a:prstGeom prst="rect">
                <a:avLst/>
              </a:prstGeom>
              <a:blipFill>
                <a:blip r:embed="rId3"/>
                <a:stretch>
                  <a:fillRect b="-194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A40CAC6-79DC-3B28-6529-79F5EF2EEAF4}"/>
                  </a:ext>
                </a:extLst>
              </p:cNvPr>
              <p:cNvSpPr txBox="1"/>
              <p:nvPr/>
            </p:nvSpPr>
            <p:spPr>
              <a:xfrm>
                <a:off x="2322443" y="4560282"/>
                <a:ext cx="6808304" cy="453137"/>
              </a:xfrm>
              <a:prstGeom prst="rect">
                <a:avLst/>
              </a:prstGeom>
              <a:noFill/>
            </p:spPr>
            <p:txBody>
              <a:bodyPr wrap="square" rtlCol="0">
                <a:spAutoFit/>
              </a:bodyPr>
              <a:lstStyle/>
              <a:p>
                <a:pPr/>
                <a14:m>
                  <m:oMathPara xmlns:m="http://schemas.openxmlformats.org/officeDocument/2006/math">
                    <m:oMath>
                      <m:r>
                        <a:rPr lang="en-US" sz="2400" b="0" i="1" smtClean="0">
                          <a:latin typeface="Cambria Math" panose="02040503050406030204" pitchFamily="18" charset="0"/>
                        </a:rPr>
                        <m:t>1=</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1−0.01</m:t>
                          </m:r>
                        </m:e>
                      </m:d>
                      <m:r>
                        <a:rPr lang="en-US" sz="2400" b="0" i="1" baseline="30000" smtClean="0">
                          <a:latin typeface="Cambria Math" panose="02040503050406030204" pitchFamily="18" charset="0"/>
                        </a:rPr>
                        <m:t>2</m:t>
                      </m:r>
                      <m:r>
                        <a:rPr lang="en-US" sz="2400" b="0" i="1" smtClean="0">
                          <a:latin typeface="Cambria Math" panose="02040503050406030204" pitchFamily="18" charset="0"/>
                        </a:rPr>
                        <m:t>+2</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1−0.01</m:t>
                          </m:r>
                        </m:e>
                      </m:d>
                      <m:r>
                        <a:rPr lang="en-US" sz="2400" b="0" i="1" smtClean="0">
                          <a:latin typeface="Cambria Math" panose="02040503050406030204" pitchFamily="18" charset="0"/>
                        </a:rPr>
                        <m:t>(0.01)+(0.01)</m:t>
                      </m:r>
                      <m:r>
                        <a:rPr lang="en-US" sz="2400" b="0" i="1" baseline="30000" smtClean="0">
                          <a:latin typeface="Cambria Math" panose="02040503050406030204" pitchFamily="18" charset="0"/>
                        </a:rPr>
                        <m:t>2</m:t>
                      </m:r>
                    </m:oMath>
                  </m:oMathPara>
                </a14:m>
                <a:endParaRPr lang="en-US" sz="2400" baseline="30000"/>
              </a:p>
            </p:txBody>
          </p:sp>
        </mc:Choice>
        <mc:Fallback xmlns="">
          <p:sp>
            <p:nvSpPr>
              <p:cNvPr id="5" name="TextBox 4">
                <a:extLst>
                  <a:ext uri="{FF2B5EF4-FFF2-40B4-BE49-F238E27FC236}">
                    <a16:creationId xmlns:a16="http://schemas.microsoft.com/office/drawing/2014/main" id="{BA40CAC6-79DC-3B28-6529-79F5EF2EEAF4}"/>
                  </a:ext>
                </a:extLst>
              </p:cNvPr>
              <p:cNvSpPr txBox="1">
                <a:spLocks noRot="1" noChangeAspect="1" noMove="1" noResize="1" noEditPoints="1" noAdjustHandles="1" noChangeArrowheads="1" noChangeShapeType="1" noTextEdit="1"/>
              </p:cNvSpPr>
              <p:nvPr/>
            </p:nvSpPr>
            <p:spPr>
              <a:xfrm>
                <a:off x="2322443" y="4560282"/>
                <a:ext cx="6808304" cy="453137"/>
              </a:xfrm>
              <a:prstGeom prst="rect">
                <a:avLst/>
              </a:prstGeom>
              <a:blipFill>
                <a:blip r:embed="rId4"/>
                <a:stretch>
                  <a:fillRect b="-19444"/>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5E52867F-FC21-9080-7C15-03D32E107789}"/>
              </a:ext>
            </a:extLst>
          </p:cNvPr>
          <p:cNvSpPr txBox="1"/>
          <p:nvPr/>
        </p:nvSpPr>
        <p:spPr>
          <a:xfrm>
            <a:off x="825500" y="3920489"/>
            <a:ext cx="9910855" cy="461665"/>
          </a:xfrm>
          <a:prstGeom prst="rect">
            <a:avLst/>
          </a:prstGeom>
          <a:noFill/>
        </p:spPr>
        <p:txBody>
          <a:bodyPr wrap="none" rtlCol="0">
            <a:spAutoFit/>
          </a:bodyPr>
          <a:lstStyle/>
          <a:p>
            <a:r>
              <a:rPr lang="en-US" sz="2400"/>
              <a:t>Assume minor allele frequency = 0.01, the genotype frequencies become:</a:t>
            </a:r>
          </a:p>
        </p:txBody>
      </p:sp>
      <p:sp>
        <p:nvSpPr>
          <p:cNvPr id="7" name="TextBox 6">
            <a:extLst>
              <a:ext uri="{FF2B5EF4-FFF2-40B4-BE49-F238E27FC236}">
                <a16:creationId xmlns:a16="http://schemas.microsoft.com/office/drawing/2014/main" id="{DAC73262-5A99-29C8-BB69-9B85B79A9346}"/>
              </a:ext>
            </a:extLst>
          </p:cNvPr>
          <p:cNvSpPr txBox="1"/>
          <p:nvPr/>
        </p:nvSpPr>
        <p:spPr>
          <a:xfrm>
            <a:off x="3455503" y="5083341"/>
            <a:ext cx="5436705" cy="461665"/>
          </a:xfrm>
          <a:prstGeom prst="rect">
            <a:avLst/>
          </a:prstGeom>
          <a:noFill/>
        </p:spPr>
        <p:txBody>
          <a:bodyPr wrap="square" rtlCol="0">
            <a:spAutoFit/>
          </a:bodyPr>
          <a:lstStyle/>
          <a:p>
            <a:r>
              <a:rPr lang="en-US" sz="2400">
                <a:solidFill>
                  <a:schemeClr val="accent5"/>
                </a:solidFill>
              </a:rPr>
              <a:t>98.01%	         1.98% 	          0.01%</a:t>
            </a:r>
          </a:p>
        </p:txBody>
      </p:sp>
      <p:sp>
        <p:nvSpPr>
          <p:cNvPr id="9" name="TextBox 8">
            <a:extLst>
              <a:ext uri="{FF2B5EF4-FFF2-40B4-BE49-F238E27FC236}">
                <a16:creationId xmlns:a16="http://schemas.microsoft.com/office/drawing/2014/main" id="{E3844253-DEE4-E8D4-AC9A-78BD50DF0164}"/>
              </a:ext>
            </a:extLst>
          </p:cNvPr>
          <p:cNvSpPr txBox="1"/>
          <p:nvPr/>
        </p:nvSpPr>
        <p:spPr>
          <a:xfrm>
            <a:off x="7089913" y="5581868"/>
            <a:ext cx="2777490" cy="830997"/>
          </a:xfrm>
          <a:prstGeom prst="rect">
            <a:avLst/>
          </a:prstGeom>
          <a:noFill/>
        </p:spPr>
        <p:txBody>
          <a:bodyPr wrap="square" rtlCol="0">
            <a:spAutoFit/>
          </a:bodyPr>
          <a:lstStyle/>
          <a:p>
            <a:r>
              <a:rPr lang="en-US" sz="2400">
                <a:solidFill>
                  <a:schemeClr val="accent5"/>
                </a:solidFill>
              </a:rPr>
              <a:t>1 in 10,000 people will be homozygous</a:t>
            </a:r>
          </a:p>
        </p:txBody>
      </p:sp>
      <p:pic>
        <p:nvPicPr>
          <p:cNvPr id="11" name="Picture 10">
            <a:extLst>
              <a:ext uri="{FF2B5EF4-FFF2-40B4-BE49-F238E27FC236}">
                <a16:creationId xmlns:a16="http://schemas.microsoft.com/office/drawing/2014/main" id="{0B21E2E4-E8E1-260D-AEED-AAAF5BA66C52}"/>
              </a:ext>
            </a:extLst>
          </p:cNvPr>
          <p:cNvPicPr>
            <a:picLocks noChangeAspect="1"/>
          </p:cNvPicPr>
          <p:nvPr/>
        </p:nvPicPr>
        <p:blipFill>
          <a:blip r:embed="rId5"/>
          <a:srcRect l="7106" t="15234" r="32760"/>
          <a:stretch>
            <a:fillRect/>
          </a:stretch>
        </p:blipFill>
        <p:spPr>
          <a:xfrm>
            <a:off x="6939651" y="1935410"/>
            <a:ext cx="1556425" cy="1610735"/>
          </a:xfrm>
          <a:prstGeom prst="rect">
            <a:avLst/>
          </a:prstGeom>
        </p:spPr>
      </p:pic>
      <p:pic>
        <p:nvPicPr>
          <p:cNvPr id="12" name="Picture 11">
            <a:extLst>
              <a:ext uri="{FF2B5EF4-FFF2-40B4-BE49-F238E27FC236}">
                <a16:creationId xmlns:a16="http://schemas.microsoft.com/office/drawing/2014/main" id="{5911C293-36C5-5F4E-429E-4F9113277F27}"/>
              </a:ext>
            </a:extLst>
          </p:cNvPr>
          <p:cNvPicPr>
            <a:picLocks noChangeAspect="1"/>
          </p:cNvPicPr>
          <p:nvPr/>
        </p:nvPicPr>
        <p:blipFill>
          <a:blip r:embed="rId6"/>
          <a:srcRect l="7250" t="11553" r="38873" b="3680"/>
          <a:stretch>
            <a:fillRect/>
          </a:stretch>
        </p:blipFill>
        <p:spPr>
          <a:xfrm>
            <a:off x="9203100" y="2004828"/>
            <a:ext cx="980176" cy="1471901"/>
          </a:xfrm>
          <a:prstGeom prst="rect">
            <a:avLst/>
          </a:prstGeom>
        </p:spPr>
      </p:pic>
      <p:sp>
        <p:nvSpPr>
          <p:cNvPr id="13" name="Rectangle 12">
            <a:extLst>
              <a:ext uri="{FF2B5EF4-FFF2-40B4-BE49-F238E27FC236}">
                <a16:creationId xmlns:a16="http://schemas.microsoft.com/office/drawing/2014/main" id="{C6207770-1FE3-BEBC-FC20-B3C23D146FED}"/>
              </a:ext>
            </a:extLst>
          </p:cNvPr>
          <p:cNvSpPr/>
          <p:nvPr/>
        </p:nvSpPr>
        <p:spPr>
          <a:xfrm>
            <a:off x="8653346" y="2004828"/>
            <a:ext cx="168890" cy="159874"/>
          </a:xfrm>
          <a:prstGeom prst="rect">
            <a:avLst/>
          </a:prstGeom>
          <a:solidFill>
            <a:srgbClr val="2463E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3E01C17-D053-9847-1C18-82EC7128E31C}"/>
              </a:ext>
            </a:extLst>
          </p:cNvPr>
          <p:cNvSpPr/>
          <p:nvPr/>
        </p:nvSpPr>
        <p:spPr>
          <a:xfrm>
            <a:off x="8653346" y="2225536"/>
            <a:ext cx="168890" cy="159874"/>
          </a:xfrm>
          <a:prstGeom prst="rect">
            <a:avLst/>
          </a:prstGeom>
          <a:solidFill>
            <a:srgbClr val="F69E0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8EE47158-80E2-2EA4-B7AB-6C7C5EEEFD28}"/>
              </a:ext>
            </a:extLst>
          </p:cNvPr>
          <p:cNvSpPr txBox="1"/>
          <p:nvPr/>
        </p:nvSpPr>
        <p:spPr>
          <a:xfrm>
            <a:off x="8820924" y="1930338"/>
            <a:ext cx="309700" cy="523220"/>
          </a:xfrm>
          <a:prstGeom prst="rect">
            <a:avLst/>
          </a:prstGeom>
          <a:noFill/>
        </p:spPr>
        <p:txBody>
          <a:bodyPr wrap="none" rtlCol="0">
            <a:spAutoFit/>
          </a:bodyPr>
          <a:lstStyle/>
          <a:p>
            <a:r>
              <a:rPr lang="en-US" sz="1400"/>
              <a:t>A</a:t>
            </a:r>
          </a:p>
          <a:p>
            <a:r>
              <a:rPr lang="en-US" sz="1400"/>
              <a:t>C</a:t>
            </a:r>
          </a:p>
        </p:txBody>
      </p:sp>
      <p:sp>
        <p:nvSpPr>
          <p:cNvPr id="16" name="Rectangle 15">
            <a:extLst>
              <a:ext uri="{FF2B5EF4-FFF2-40B4-BE49-F238E27FC236}">
                <a16:creationId xmlns:a16="http://schemas.microsoft.com/office/drawing/2014/main" id="{A7A7D9F0-7003-393B-108D-0DF42E4856B2}"/>
              </a:ext>
            </a:extLst>
          </p:cNvPr>
          <p:cNvSpPr/>
          <p:nvPr/>
        </p:nvSpPr>
        <p:spPr>
          <a:xfrm>
            <a:off x="10409673" y="2004828"/>
            <a:ext cx="168890" cy="159874"/>
          </a:xfrm>
          <a:prstGeom prst="rect">
            <a:avLst/>
          </a:prstGeom>
          <a:solidFill>
            <a:srgbClr val="2463E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06B1BCC-4B7C-56DA-9C55-939CD51FA1E2}"/>
              </a:ext>
            </a:extLst>
          </p:cNvPr>
          <p:cNvSpPr/>
          <p:nvPr/>
        </p:nvSpPr>
        <p:spPr>
          <a:xfrm>
            <a:off x="10409673" y="2225536"/>
            <a:ext cx="168890" cy="159874"/>
          </a:xfrm>
          <a:prstGeom prst="rect">
            <a:avLst/>
          </a:prstGeom>
          <a:solidFill>
            <a:srgbClr val="8B5CF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33995B4A-3183-DF2D-0EB1-D656B799E628}"/>
              </a:ext>
            </a:extLst>
          </p:cNvPr>
          <p:cNvSpPr txBox="1"/>
          <p:nvPr/>
        </p:nvSpPr>
        <p:spPr>
          <a:xfrm>
            <a:off x="10577251" y="1930338"/>
            <a:ext cx="433837" cy="738664"/>
          </a:xfrm>
          <a:prstGeom prst="rect">
            <a:avLst/>
          </a:prstGeom>
          <a:noFill/>
        </p:spPr>
        <p:txBody>
          <a:bodyPr wrap="none" rtlCol="0">
            <a:spAutoFit/>
          </a:bodyPr>
          <a:lstStyle/>
          <a:p>
            <a:r>
              <a:rPr lang="en-US" sz="1400"/>
              <a:t>AA</a:t>
            </a:r>
          </a:p>
          <a:p>
            <a:r>
              <a:rPr lang="en-US" sz="1400"/>
              <a:t>AC</a:t>
            </a:r>
          </a:p>
          <a:p>
            <a:r>
              <a:rPr lang="en-US" sz="1400"/>
              <a:t>CC</a:t>
            </a:r>
          </a:p>
        </p:txBody>
      </p:sp>
      <p:sp>
        <p:nvSpPr>
          <p:cNvPr id="19" name="Rectangle 18">
            <a:extLst>
              <a:ext uri="{FF2B5EF4-FFF2-40B4-BE49-F238E27FC236}">
                <a16:creationId xmlns:a16="http://schemas.microsoft.com/office/drawing/2014/main" id="{5B368C8A-F290-80C2-F214-D6A72E0B6317}"/>
              </a:ext>
            </a:extLst>
          </p:cNvPr>
          <p:cNvSpPr/>
          <p:nvPr/>
        </p:nvSpPr>
        <p:spPr>
          <a:xfrm>
            <a:off x="10409017" y="2440807"/>
            <a:ext cx="168890" cy="159874"/>
          </a:xfrm>
          <a:prstGeom prst="rect">
            <a:avLst/>
          </a:prstGeom>
          <a:solidFill>
            <a:srgbClr val="F69E0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184D55B5-B1C1-C31D-E5C3-863C778FB62B}"/>
              </a:ext>
            </a:extLst>
          </p:cNvPr>
          <p:cNvSpPr txBox="1"/>
          <p:nvPr/>
        </p:nvSpPr>
        <p:spPr>
          <a:xfrm>
            <a:off x="7286414" y="1503611"/>
            <a:ext cx="3507755" cy="369332"/>
          </a:xfrm>
          <a:prstGeom prst="rect">
            <a:avLst/>
          </a:prstGeom>
          <a:noFill/>
        </p:spPr>
        <p:txBody>
          <a:bodyPr wrap="none" rtlCol="0">
            <a:spAutoFit/>
          </a:bodyPr>
          <a:lstStyle/>
          <a:p>
            <a:r>
              <a:rPr lang="en-US"/>
              <a:t>Allele freq.	Genotype freq.</a:t>
            </a:r>
          </a:p>
        </p:txBody>
      </p:sp>
    </p:spTree>
    <p:extLst>
      <p:ext uri="{BB962C8B-B14F-4D97-AF65-F5344CB8AC3E}">
        <p14:creationId xmlns:p14="http://schemas.microsoft.com/office/powerpoint/2010/main" val="1887903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ABCB3-DE55-FEA8-5241-57151A4B47C4}"/>
              </a:ext>
            </a:extLst>
          </p:cNvPr>
          <p:cNvSpPr>
            <a:spLocks noGrp="1"/>
          </p:cNvSpPr>
          <p:nvPr>
            <p:ph type="title"/>
          </p:nvPr>
        </p:nvSpPr>
        <p:spPr/>
        <p:txBody>
          <a:bodyPr>
            <a:normAutofit/>
          </a:bodyPr>
          <a:lstStyle/>
          <a:p>
            <a:r>
              <a:rPr lang="en-US" sz="4000" b="1">
                <a:solidFill>
                  <a:schemeClr val="accent1"/>
                </a:solidFill>
              </a:rPr>
              <a:t>ClinVar: https://www.ncbi.nlm.nih.gov/clinvar/</a:t>
            </a:r>
          </a:p>
        </p:txBody>
      </p:sp>
      <p:sp>
        <p:nvSpPr>
          <p:cNvPr id="3" name="Content Placeholder 2">
            <a:extLst>
              <a:ext uri="{FF2B5EF4-FFF2-40B4-BE49-F238E27FC236}">
                <a16:creationId xmlns:a16="http://schemas.microsoft.com/office/drawing/2014/main" id="{D6AC00C6-D2C5-C4E7-D496-22939C9C6FA4}"/>
              </a:ext>
            </a:extLst>
          </p:cNvPr>
          <p:cNvSpPr>
            <a:spLocks noGrp="1"/>
          </p:cNvSpPr>
          <p:nvPr>
            <p:ph idx="1"/>
          </p:nvPr>
        </p:nvSpPr>
        <p:spPr>
          <a:xfrm>
            <a:off x="838200" y="1558343"/>
            <a:ext cx="10515600" cy="4934531"/>
          </a:xfrm>
        </p:spPr>
        <p:txBody>
          <a:bodyPr>
            <a:normAutofit fontScale="92500" lnSpcReduction="20000"/>
          </a:bodyPr>
          <a:lstStyle/>
          <a:p>
            <a:pPr>
              <a:lnSpc>
                <a:spcPct val="110000"/>
              </a:lnSpc>
            </a:pPr>
            <a:r>
              <a:rPr lang="en-US" sz="2600"/>
              <a:t>A submitter-supplied database of rare variants interpreted by clinical geneticists for their potential to cause disease.</a:t>
            </a:r>
          </a:p>
          <a:p>
            <a:pPr lvl="1">
              <a:lnSpc>
                <a:spcPct val="110000"/>
              </a:lnSpc>
            </a:pPr>
            <a:r>
              <a:rPr lang="en-US" sz="2200"/>
              <a:t>Professional, accredited clinical genetics testing companies</a:t>
            </a:r>
          </a:p>
          <a:p>
            <a:pPr lvl="1">
              <a:lnSpc>
                <a:spcPct val="110000"/>
              </a:lnSpc>
            </a:pPr>
            <a:r>
              <a:rPr lang="en-US" sz="2200"/>
              <a:t>Researchers in the field</a:t>
            </a:r>
          </a:p>
          <a:p>
            <a:pPr lvl="1">
              <a:lnSpc>
                <a:spcPct val="110000"/>
              </a:lnSpc>
            </a:pPr>
            <a:r>
              <a:rPr lang="en-US" sz="2200"/>
              <a:t>Intended as a way to share information about variants with the broader field</a:t>
            </a:r>
          </a:p>
          <a:p>
            <a:pPr>
              <a:lnSpc>
                <a:spcPct val="110000"/>
              </a:lnSpc>
            </a:pPr>
            <a:r>
              <a:rPr lang="en-US" sz="2600"/>
              <a:t>Observational, with variants observed in real people who have had clinical genetic testing or participated in clinical genetics research studies</a:t>
            </a:r>
          </a:p>
          <a:p>
            <a:pPr>
              <a:lnSpc>
                <a:spcPct val="110000"/>
              </a:lnSpc>
            </a:pPr>
            <a:r>
              <a:rPr lang="en-US" sz="2600"/>
              <a:t>Categorized into ACMG interpretation categories:</a:t>
            </a:r>
          </a:p>
          <a:p>
            <a:pPr lvl="1">
              <a:lnSpc>
                <a:spcPct val="110000"/>
              </a:lnSpc>
            </a:pPr>
            <a:r>
              <a:rPr lang="en-US" sz="2200">
                <a:solidFill>
                  <a:srgbClr val="FF0000"/>
                </a:solidFill>
              </a:rPr>
              <a:t>Pathogenic</a:t>
            </a:r>
            <a:r>
              <a:rPr lang="en-US" sz="2200"/>
              <a:t>: causes a genetic disease</a:t>
            </a:r>
          </a:p>
          <a:p>
            <a:pPr lvl="1">
              <a:lnSpc>
                <a:spcPct val="110000"/>
              </a:lnSpc>
            </a:pPr>
            <a:r>
              <a:rPr lang="en-US" sz="2200">
                <a:solidFill>
                  <a:srgbClr val="FF0000"/>
                </a:solidFill>
              </a:rPr>
              <a:t>Likely Pathogenic</a:t>
            </a:r>
            <a:r>
              <a:rPr lang="en-US" sz="2200"/>
              <a:t>: believed to cause disease, but some convincing evidence is missing</a:t>
            </a:r>
          </a:p>
          <a:p>
            <a:pPr lvl="1">
              <a:lnSpc>
                <a:spcPct val="110000"/>
              </a:lnSpc>
            </a:pPr>
            <a:r>
              <a:rPr lang="en-US" sz="2200">
                <a:solidFill>
                  <a:srgbClr val="FFC000"/>
                </a:solidFill>
              </a:rPr>
              <a:t>Variant of Uncertain Significnace</a:t>
            </a:r>
            <a:r>
              <a:rPr lang="en-US" sz="2200"/>
              <a:t>: meets some criteria but no decision could be reached </a:t>
            </a:r>
          </a:p>
          <a:p>
            <a:pPr lvl="1">
              <a:lnSpc>
                <a:spcPct val="110000"/>
              </a:lnSpc>
            </a:pPr>
            <a:r>
              <a:rPr lang="en-US" sz="2200">
                <a:solidFill>
                  <a:srgbClr val="00B050"/>
                </a:solidFill>
              </a:rPr>
              <a:t>Likely Benign</a:t>
            </a:r>
            <a:r>
              <a:rPr lang="en-US" sz="2200"/>
              <a:t>: thought not to cause disease, but some convincing evidence is missing</a:t>
            </a:r>
          </a:p>
          <a:p>
            <a:pPr lvl="1">
              <a:lnSpc>
                <a:spcPct val="110000"/>
              </a:lnSpc>
            </a:pPr>
            <a:r>
              <a:rPr lang="en-US" sz="2200">
                <a:solidFill>
                  <a:srgbClr val="00B050"/>
                </a:solidFill>
              </a:rPr>
              <a:t>Benign</a:t>
            </a:r>
            <a:r>
              <a:rPr lang="en-US" sz="2200"/>
              <a:t>: does not cause a genetic disease</a:t>
            </a:r>
          </a:p>
        </p:txBody>
      </p:sp>
    </p:spTree>
    <p:extLst>
      <p:ext uri="{BB962C8B-B14F-4D97-AF65-F5344CB8AC3E}">
        <p14:creationId xmlns:p14="http://schemas.microsoft.com/office/powerpoint/2010/main" val="34172716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6B71A-B1AF-CB09-CDE0-7127CCAEC806}"/>
              </a:ext>
            </a:extLst>
          </p:cNvPr>
          <p:cNvSpPr>
            <a:spLocks noGrp="1"/>
          </p:cNvSpPr>
          <p:nvPr>
            <p:ph type="title"/>
          </p:nvPr>
        </p:nvSpPr>
        <p:spPr/>
        <p:txBody>
          <a:bodyPr/>
          <a:lstStyle/>
          <a:p>
            <a:r>
              <a:rPr lang="en-US" b="1">
                <a:solidFill>
                  <a:schemeClr val="accent1"/>
                </a:solidFill>
              </a:rPr>
              <a:t>ClinVar resource: variant page</a:t>
            </a:r>
          </a:p>
        </p:txBody>
      </p:sp>
      <p:pic>
        <p:nvPicPr>
          <p:cNvPr id="5" name="Content Placeholder 4">
            <a:extLst>
              <a:ext uri="{FF2B5EF4-FFF2-40B4-BE49-F238E27FC236}">
                <a16:creationId xmlns:a16="http://schemas.microsoft.com/office/drawing/2014/main" id="{970207A1-9F1D-6352-A39E-6A5711740613}"/>
              </a:ext>
            </a:extLst>
          </p:cNvPr>
          <p:cNvPicPr>
            <a:picLocks noGrp="1" noChangeAspect="1"/>
          </p:cNvPicPr>
          <p:nvPr>
            <p:ph idx="1"/>
          </p:nvPr>
        </p:nvPicPr>
        <p:blipFill>
          <a:blip r:embed="rId2"/>
          <a:stretch>
            <a:fillRect/>
          </a:stretch>
        </p:blipFill>
        <p:spPr>
          <a:xfrm>
            <a:off x="1010352" y="2068829"/>
            <a:ext cx="2368841" cy="4028123"/>
          </a:xfrm>
          <a:prstGeom prst="rect">
            <a:avLst/>
          </a:prstGeom>
        </p:spPr>
      </p:pic>
      <p:pic>
        <p:nvPicPr>
          <p:cNvPr id="7" name="Picture 6">
            <a:extLst>
              <a:ext uri="{FF2B5EF4-FFF2-40B4-BE49-F238E27FC236}">
                <a16:creationId xmlns:a16="http://schemas.microsoft.com/office/drawing/2014/main" id="{02778B68-839A-3725-A2C9-4F0535380CA0}"/>
              </a:ext>
            </a:extLst>
          </p:cNvPr>
          <p:cNvPicPr>
            <a:picLocks noChangeAspect="1"/>
          </p:cNvPicPr>
          <p:nvPr/>
        </p:nvPicPr>
        <p:blipFill>
          <a:blip r:embed="rId3"/>
          <a:stretch>
            <a:fillRect/>
          </a:stretch>
        </p:blipFill>
        <p:spPr>
          <a:xfrm>
            <a:off x="4309629" y="1689648"/>
            <a:ext cx="5939399" cy="4407304"/>
          </a:xfrm>
          <a:prstGeom prst="rect">
            <a:avLst/>
          </a:prstGeom>
          <a:ln>
            <a:solidFill>
              <a:schemeClr val="accent1"/>
            </a:solidFill>
          </a:ln>
        </p:spPr>
      </p:pic>
      <p:cxnSp>
        <p:nvCxnSpPr>
          <p:cNvPr id="9" name="Straight Connector 8">
            <a:extLst>
              <a:ext uri="{FF2B5EF4-FFF2-40B4-BE49-F238E27FC236}">
                <a16:creationId xmlns:a16="http://schemas.microsoft.com/office/drawing/2014/main" id="{F6B1ED8A-E2AC-C9CE-DE63-F5C835E77A09}"/>
              </a:ext>
            </a:extLst>
          </p:cNvPr>
          <p:cNvCxnSpPr/>
          <p:nvPr/>
        </p:nvCxnSpPr>
        <p:spPr>
          <a:xfrm flipV="1">
            <a:off x="3379193" y="1690688"/>
            <a:ext cx="918487" cy="3189922"/>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ED99664-9883-57F2-D8C9-E2DD246551AB}"/>
              </a:ext>
            </a:extLst>
          </p:cNvPr>
          <p:cNvCxnSpPr/>
          <p:nvPr/>
        </p:nvCxnSpPr>
        <p:spPr>
          <a:xfrm>
            <a:off x="3379193" y="5372100"/>
            <a:ext cx="1044217" cy="724852"/>
          </a:xfrm>
          <a:prstGeom prst="line">
            <a:avLst/>
          </a:prstGeom>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BC82505E-AF09-B599-C81E-8112D5A254C6}"/>
              </a:ext>
            </a:extLst>
          </p:cNvPr>
          <p:cNvSpPr txBox="1"/>
          <p:nvPr/>
        </p:nvSpPr>
        <p:spPr>
          <a:xfrm>
            <a:off x="8215313" y="6354375"/>
            <a:ext cx="6097904" cy="276999"/>
          </a:xfrm>
          <a:prstGeom prst="rect">
            <a:avLst/>
          </a:prstGeom>
          <a:noFill/>
        </p:spPr>
        <p:txBody>
          <a:bodyPr wrap="square">
            <a:spAutoFit/>
          </a:bodyPr>
          <a:lstStyle/>
          <a:p>
            <a:r>
              <a:rPr lang="en-US" sz="1200"/>
              <a:t>https://www.ncbi.nlm.nih.gov/clinvar/variation/37646/</a:t>
            </a:r>
          </a:p>
        </p:txBody>
      </p:sp>
    </p:spTree>
    <p:extLst>
      <p:ext uri="{BB962C8B-B14F-4D97-AF65-F5344CB8AC3E}">
        <p14:creationId xmlns:p14="http://schemas.microsoft.com/office/powerpoint/2010/main" val="42163498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18C89-1467-39BD-63F3-9D2DC8D2C5FA}"/>
              </a:ext>
            </a:extLst>
          </p:cNvPr>
          <p:cNvSpPr>
            <a:spLocks noGrp="1"/>
          </p:cNvSpPr>
          <p:nvPr>
            <p:ph type="title"/>
          </p:nvPr>
        </p:nvSpPr>
        <p:spPr/>
        <p:txBody>
          <a:bodyPr/>
          <a:lstStyle/>
          <a:p>
            <a:r>
              <a:rPr lang="en-US" b="1">
                <a:solidFill>
                  <a:schemeClr val="accent1"/>
                </a:solidFill>
              </a:rPr>
              <a:t>gnomAD: GeNOMe Aggregation Database</a:t>
            </a:r>
          </a:p>
        </p:txBody>
      </p:sp>
      <p:sp>
        <p:nvSpPr>
          <p:cNvPr id="3" name="Content Placeholder 2">
            <a:extLst>
              <a:ext uri="{FF2B5EF4-FFF2-40B4-BE49-F238E27FC236}">
                <a16:creationId xmlns:a16="http://schemas.microsoft.com/office/drawing/2014/main" id="{4BFC5025-0660-DFCF-4F0A-0FEAE8C42FC0}"/>
              </a:ext>
            </a:extLst>
          </p:cNvPr>
          <p:cNvSpPr>
            <a:spLocks noGrp="1"/>
          </p:cNvSpPr>
          <p:nvPr>
            <p:ph idx="1"/>
          </p:nvPr>
        </p:nvSpPr>
        <p:spPr/>
        <p:txBody>
          <a:bodyPr/>
          <a:lstStyle/>
          <a:p>
            <a:r>
              <a:rPr lang="en-US" sz="2400"/>
              <a:t>Approximately 800,000 people, largely healthy (not known to have rare, monogenic disease)</a:t>
            </a:r>
          </a:p>
          <a:p>
            <a:r>
              <a:rPr lang="en-US" sz="2400"/>
              <a:t>European ancestry enriched, but includes many thousands of individuals of African, Southeast Asian, East Asian, Admixed American (South American and Latino), and Middle Eastern populations</a:t>
            </a:r>
          </a:p>
          <a:p>
            <a:pPr lvl="1"/>
            <a:r>
              <a:rPr lang="en-US" sz="2000"/>
              <a:t>Assembled opportunistically from genomes sequenced for other genetic studies, joint processed and presented as summary statistics</a:t>
            </a:r>
          </a:p>
          <a:p>
            <a:r>
              <a:rPr lang="en-US" sz="2400">
                <a:hlinkClick r:id="rId2"/>
              </a:rPr>
              <a:t>https://gnomad.broadinstitute.org/</a:t>
            </a:r>
            <a:r>
              <a:rPr lang="en-US" sz="2400"/>
              <a:t> </a:t>
            </a:r>
          </a:p>
        </p:txBody>
      </p:sp>
      <p:pic>
        <p:nvPicPr>
          <p:cNvPr id="5" name="Picture 4">
            <a:extLst>
              <a:ext uri="{FF2B5EF4-FFF2-40B4-BE49-F238E27FC236}">
                <a16:creationId xmlns:a16="http://schemas.microsoft.com/office/drawing/2014/main" id="{F7FB0B3F-9394-4BDE-13CD-842AA2C94BD9}"/>
              </a:ext>
            </a:extLst>
          </p:cNvPr>
          <p:cNvPicPr>
            <a:picLocks noChangeAspect="1"/>
          </p:cNvPicPr>
          <p:nvPr/>
        </p:nvPicPr>
        <p:blipFill>
          <a:blip r:embed="rId3"/>
          <a:stretch>
            <a:fillRect/>
          </a:stretch>
        </p:blipFill>
        <p:spPr>
          <a:xfrm>
            <a:off x="3354387" y="4876066"/>
            <a:ext cx="5027613" cy="1616809"/>
          </a:xfrm>
          <a:prstGeom prst="rect">
            <a:avLst/>
          </a:prstGeom>
        </p:spPr>
      </p:pic>
    </p:spTree>
    <p:extLst>
      <p:ext uri="{BB962C8B-B14F-4D97-AF65-F5344CB8AC3E}">
        <p14:creationId xmlns:p14="http://schemas.microsoft.com/office/powerpoint/2010/main" val="38912684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D4530-FF7A-89BA-DC9C-9E24E3F16872}"/>
              </a:ext>
            </a:extLst>
          </p:cNvPr>
          <p:cNvSpPr>
            <a:spLocks noGrp="1"/>
          </p:cNvSpPr>
          <p:nvPr>
            <p:ph type="title"/>
          </p:nvPr>
        </p:nvSpPr>
        <p:spPr/>
        <p:txBody>
          <a:bodyPr/>
          <a:lstStyle/>
          <a:p>
            <a:r>
              <a:rPr lang="en-US" b="1">
                <a:solidFill>
                  <a:schemeClr val="accent1"/>
                </a:solidFill>
              </a:rPr>
              <a:t>gnomAD resource</a:t>
            </a:r>
          </a:p>
        </p:txBody>
      </p:sp>
      <p:pic>
        <p:nvPicPr>
          <p:cNvPr id="5" name="Content Placeholder 4">
            <a:extLst>
              <a:ext uri="{FF2B5EF4-FFF2-40B4-BE49-F238E27FC236}">
                <a16:creationId xmlns:a16="http://schemas.microsoft.com/office/drawing/2014/main" id="{CBD73369-BBDD-C25A-F6E9-156F64779471}"/>
              </a:ext>
            </a:extLst>
          </p:cNvPr>
          <p:cNvPicPr>
            <a:picLocks noGrp="1" noChangeAspect="1"/>
          </p:cNvPicPr>
          <p:nvPr>
            <p:ph idx="1"/>
          </p:nvPr>
        </p:nvPicPr>
        <p:blipFill>
          <a:blip r:embed="rId2"/>
          <a:stretch>
            <a:fillRect/>
          </a:stretch>
        </p:blipFill>
        <p:spPr>
          <a:xfrm>
            <a:off x="623988" y="1925638"/>
            <a:ext cx="5310310" cy="4351338"/>
          </a:xfrm>
          <a:prstGeom prst="rect">
            <a:avLst/>
          </a:prstGeom>
        </p:spPr>
      </p:pic>
      <p:pic>
        <p:nvPicPr>
          <p:cNvPr id="9" name="Picture 8">
            <a:extLst>
              <a:ext uri="{FF2B5EF4-FFF2-40B4-BE49-F238E27FC236}">
                <a16:creationId xmlns:a16="http://schemas.microsoft.com/office/drawing/2014/main" id="{5B1FFC3B-2B33-2DD3-D409-8B29A0617586}"/>
              </a:ext>
            </a:extLst>
          </p:cNvPr>
          <p:cNvPicPr>
            <a:picLocks noChangeAspect="1"/>
          </p:cNvPicPr>
          <p:nvPr/>
        </p:nvPicPr>
        <p:blipFill>
          <a:blip r:embed="rId3"/>
          <a:stretch>
            <a:fillRect/>
          </a:stretch>
        </p:blipFill>
        <p:spPr>
          <a:xfrm>
            <a:off x="6096000" y="1925638"/>
            <a:ext cx="5527010" cy="4351338"/>
          </a:xfrm>
          <a:prstGeom prst="rect">
            <a:avLst/>
          </a:prstGeom>
        </p:spPr>
      </p:pic>
    </p:spTree>
    <p:extLst>
      <p:ext uri="{BB962C8B-B14F-4D97-AF65-F5344CB8AC3E}">
        <p14:creationId xmlns:p14="http://schemas.microsoft.com/office/powerpoint/2010/main" val="33644461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06E29-AE61-988E-6855-00D42A9281BC}"/>
              </a:ext>
            </a:extLst>
          </p:cNvPr>
          <p:cNvSpPr>
            <a:spLocks noGrp="1"/>
          </p:cNvSpPr>
          <p:nvPr>
            <p:ph type="title"/>
          </p:nvPr>
        </p:nvSpPr>
        <p:spPr/>
        <p:txBody>
          <a:bodyPr>
            <a:normAutofit/>
          </a:bodyPr>
          <a:lstStyle/>
          <a:p>
            <a:r>
              <a:rPr lang="en-US" sz="3600" b="1">
                <a:solidFill>
                  <a:schemeClr val="accent1"/>
                </a:solidFill>
              </a:rPr>
              <a:t>Variant annotation: how to know if a variant is functional </a:t>
            </a:r>
          </a:p>
        </p:txBody>
      </p:sp>
      <p:sp>
        <p:nvSpPr>
          <p:cNvPr id="4" name="Rectangle 3">
            <a:extLst>
              <a:ext uri="{FF2B5EF4-FFF2-40B4-BE49-F238E27FC236}">
                <a16:creationId xmlns:a16="http://schemas.microsoft.com/office/drawing/2014/main" id="{0BF63085-E9BF-202A-A9F0-614E9B25688E}"/>
              </a:ext>
            </a:extLst>
          </p:cNvPr>
          <p:cNvSpPr/>
          <p:nvPr/>
        </p:nvSpPr>
        <p:spPr>
          <a:xfrm>
            <a:off x="683315" y="3959140"/>
            <a:ext cx="10346635" cy="10601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59678F1F-BC4A-ED75-DEE3-4975938DC1D9}"/>
              </a:ext>
            </a:extLst>
          </p:cNvPr>
          <p:cNvSpPr/>
          <p:nvPr/>
        </p:nvSpPr>
        <p:spPr>
          <a:xfrm>
            <a:off x="1332672" y="3727227"/>
            <a:ext cx="1709530" cy="5300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exon1</a:t>
            </a:r>
          </a:p>
        </p:txBody>
      </p:sp>
      <p:sp>
        <p:nvSpPr>
          <p:cNvPr id="6" name="Rectangle 5">
            <a:extLst>
              <a:ext uri="{FF2B5EF4-FFF2-40B4-BE49-F238E27FC236}">
                <a16:creationId xmlns:a16="http://schemas.microsoft.com/office/drawing/2014/main" id="{695600AD-7B5C-167D-2FB3-CE437DF10FC3}"/>
              </a:ext>
            </a:extLst>
          </p:cNvPr>
          <p:cNvSpPr/>
          <p:nvPr/>
        </p:nvSpPr>
        <p:spPr>
          <a:xfrm>
            <a:off x="4254777" y="3727227"/>
            <a:ext cx="1709530" cy="5300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exon2</a:t>
            </a:r>
          </a:p>
        </p:txBody>
      </p:sp>
      <p:sp>
        <p:nvSpPr>
          <p:cNvPr id="7" name="Rectangle 6">
            <a:extLst>
              <a:ext uri="{FF2B5EF4-FFF2-40B4-BE49-F238E27FC236}">
                <a16:creationId xmlns:a16="http://schemas.microsoft.com/office/drawing/2014/main" id="{FF596054-9DFE-A1F1-D9C8-C5B01020651B}"/>
              </a:ext>
            </a:extLst>
          </p:cNvPr>
          <p:cNvSpPr/>
          <p:nvPr/>
        </p:nvSpPr>
        <p:spPr>
          <a:xfrm>
            <a:off x="7176881" y="3727227"/>
            <a:ext cx="2292625" cy="5300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exon3</a:t>
            </a:r>
          </a:p>
        </p:txBody>
      </p:sp>
      <p:sp>
        <p:nvSpPr>
          <p:cNvPr id="8" name="TextBox 7">
            <a:extLst>
              <a:ext uri="{FF2B5EF4-FFF2-40B4-BE49-F238E27FC236}">
                <a16:creationId xmlns:a16="http://schemas.microsoft.com/office/drawing/2014/main" id="{83888F3C-315E-31F4-A5E5-36378C749D7F}"/>
              </a:ext>
            </a:extLst>
          </p:cNvPr>
          <p:cNvSpPr txBox="1"/>
          <p:nvPr/>
        </p:nvSpPr>
        <p:spPr>
          <a:xfrm>
            <a:off x="2710027" y="3456854"/>
            <a:ext cx="666273" cy="276999"/>
          </a:xfrm>
          <a:prstGeom prst="rect">
            <a:avLst/>
          </a:prstGeom>
          <a:noFill/>
        </p:spPr>
        <p:txBody>
          <a:bodyPr wrap="none" rtlCol="0">
            <a:spAutoFit/>
          </a:bodyPr>
          <a:lstStyle/>
          <a:p>
            <a:r>
              <a:rPr lang="en-US" sz="1200"/>
              <a:t>AG | GT</a:t>
            </a:r>
          </a:p>
        </p:txBody>
      </p:sp>
      <p:sp>
        <p:nvSpPr>
          <p:cNvPr id="10" name="TextBox 9">
            <a:extLst>
              <a:ext uri="{FF2B5EF4-FFF2-40B4-BE49-F238E27FC236}">
                <a16:creationId xmlns:a16="http://schemas.microsoft.com/office/drawing/2014/main" id="{691EA011-2C43-FB64-9CEA-8F10EF28ED66}"/>
              </a:ext>
            </a:extLst>
          </p:cNvPr>
          <p:cNvSpPr txBox="1"/>
          <p:nvPr/>
        </p:nvSpPr>
        <p:spPr>
          <a:xfrm>
            <a:off x="3909439" y="3456854"/>
            <a:ext cx="666273" cy="276999"/>
          </a:xfrm>
          <a:prstGeom prst="rect">
            <a:avLst/>
          </a:prstGeom>
          <a:noFill/>
        </p:spPr>
        <p:txBody>
          <a:bodyPr wrap="none" rtlCol="0">
            <a:spAutoFit/>
          </a:bodyPr>
          <a:lstStyle/>
          <a:p>
            <a:r>
              <a:rPr lang="en-US" sz="1200"/>
              <a:t>AG | GT</a:t>
            </a:r>
          </a:p>
        </p:txBody>
      </p:sp>
      <p:sp>
        <p:nvSpPr>
          <p:cNvPr id="11" name="TextBox 10">
            <a:extLst>
              <a:ext uri="{FF2B5EF4-FFF2-40B4-BE49-F238E27FC236}">
                <a16:creationId xmlns:a16="http://schemas.microsoft.com/office/drawing/2014/main" id="{F76608C0-4C45-B034-96D0-C8D4D204A6D9}"/>
              </a:ext>
            </a:extLst>
          </p:cNvPr>
          <p:cNvSpPr txBox="1"/>
          <p:nvPr/>
        </p:nvSpPr>
        <p:spPr>
          <a:xfrm>
            <a:off x="5632132" y="3456854"/>
            <a:ext cx="666273" cy="276999"/>
          </a:xfrm>
          <a:prstGeom prst="rect">
            <a:avLst/>
          </a:prstGeom>
          <a:noFill/>
        </p:spPr>
        <p:txBody>
          <a:bodyPr wrap="none" rtlCol="0">
            <a:spAutoFit/>
          </a:bodyPr>
          <a:lstStyle/>
          <a:p>
            <a:r>
              <a:rPr lang="en-US" sz="1200"/>
              <a:t>AG | GT</a:t>
            </a:r>
          </a:p>
        </p:txBody>
      </p:sp>
      <p:sp>
        <p:nvSpPr>
          <p:cNvPr id="12" name="TextBox 11">
            <a:extLst>
              <a:ext uri="{FF2B5EF4-FFF2-40B4-BE49-F238E27FC236}">
                <a16:creationId xmlns:a16="http://schemas.microsoft.com/office/drawing/2014/main" id="{09E22D35-21CA-73A4-D943-C69B6AEFA2B3}"/>
              </a:ext>
            </a:extLst>
          </p:cNvPr>
          <p:cNvSpPr txBox="1"/>
          <p:nvPr/>
        </p:nvSpPr>
        <p:spPr>
          <a:xfrm>
            <a:off x="6844706" y="3456854"/>
            <a:ext cx="666273" cy="276999"/>
          </a:xfrm>
          <a:prstGeom prst="rect">
            <a:avLst/>
          </a:prstGeom>
          <a:noFill/>
        </p:spPr>
        <p:txBody>
          <a:bodyPr wrap="none" rtlCol="0">
            <a:spAutoFit/>
          </a:bodyPr>
          <a:lstStyle/>
          <a:p>
            <a:r>
              <a:rPr lang="en-US" sz="1200"/>
              <a:t>AG | GT</a:t>
            </a:r>
          </a:p>
        </p:txBody>
      </p:sp>
      <p:sp>
        <p:nvSpPr>
          <p:cNvPr id="13" name="TextBox 12">
            <a:extLst>
              <a:ext uri="{FF2B5EF4-FFF2-40B4-BE49-F238E27FC236}">
                <a16:creationId xmlns:a16="http://schemas.microsoft.com/office/drawing/2014/main" id="{1D3B6228-6874-03FC-8C8E-239093489695}"/>
              </a:ext>
            </a:extLst>
          </p:cNvPr>
          <p:cNvSpPr txBox="1"/>
          <p:nvPr/>
        </p:nvSpPr>
        <p:spPr>
          <a:xfrm>
            <a:off x="889114" y="3466594"/>
            <a:ext cx="940514" cy="276999"/>
          </a:xfrm>
          <a:prstGeom prst="rect">
            <a:avLst/>
          </a:prstGeom>
          <a:noFill/>
        </p:spPr>
        <p:txBody>
          <a:bodyPr wrap="none" rtlCol="0">
            <a:spAutoFit/>
          </a:bodyPr>
          <a:lstStyle/>
          <a:p>
            <a:r>
              <a:rPr lang="en-US" sz="1200"/>
              <a:t>AUG/START</a:t>
            </a:r>
          </a:p>
        </p:txBody>
      </p:sp>
      <p:sp>
        <p:nvSpPr>
          <p:cNvPr id="14" name="TextBox 13">
            <a:extLst>
              <a:ext uri="{FF2B5EF4-FFF2-40B4-BE49-F238E27FC236}">
                <a16:creationId xmlns:a16="http://schemas.microsoft.com/office/drawing/2014/main" id="{0FAFE680-6425-B305-87EC-8F2AB6A106EE}"/>
              </a:ext>
            </a:extLst>
          </p:cNvPr>
          <p:cNvSpPr txBox="1"/>
          <p:nvPr/>
        </p:nvSpPr>
        <p:spPr>
          <a:xfrm>
            <a:off x="9025121" y="3411120"/>
            <a:ext cx="854080" cy="276999"/>
          </a:xfrm>
          <a:prstGeom prst="rect">
            <a:avLst/>
          </a:prstGeom>
          <a:noFill/>
        </p:spPr>
        <p:txBody>
          <a:bodyPr wrap="none" rtlCol="0">
            <a:spAutoFit/>
          </a:bodyPr>
          <a:lstStyle/>
          <a:p>
            <a:r>
              <a:rPr lang="en-US" sz="1200"/>
              <a:t>TGA/STOP</a:t>
            </a:r>
          </a:p>
        </p:txBody>
      </p:sp>
      <p:sp>
        <p:nvSpPr>
          <p:cNvPr id="15" name="TextBox 14">
            <a:extLst>
              <a:ext uri="{FF2B5EF4-FFF2-40B4-BE49-F238E27FC236}">
                <a16:creationId xmlns:a16="http://schemas.microsoft.com/office/drawing/2014/main" id="{8EEBDBB5-2865-ECEE-2C9C-4445AAA5FC35}"/>
              </a:ext>
            </a:extLst>
          </p:cNvPr>
          <p:cNvSpPr txBox="1"/>
          <p:nvPr/>
        </p:nvSpPr>
        <p:spPr>
          <a:xfrm>
            <a:off x="4409515" y="4658192"/>
            <a:ext cx="1808252" cy="646331"/>
          </a:xfrm>
          <a:prstGeom prst="rect">
            <a:avLst/>
          </a:prstGeom>
          <a:noFill/>
        </p:spPr>
        <p:txBody>
          <a:bodyPr wrap="none" rtlCol="0">
            <a:spAutoFit/>
          </a:bodyPr>
          <a:lstStyle/>
          <a:p>
            <a:r>
              <a:rPr lang="en-US"/>
              <a:t>…A CTG TAC T…</a:t>
            </a:r>
          </a:p>
          <a:p>
            <a:r>
              <a:rPr lang="en-US"/>
              <a:t>…A CTG </a:t>
            </a:r>
            <a:r>
              <a:rPr lang="en-US" b="1"/>
              <a:t>T</a:t>
            </a:r>
            <a:r>
              <a:rPr lang="en-US" b="1">
                <a:solidFill>
                  <a:schemeClr val="tx2"/>
                </a:solidFill>
              </a:rPr>
              <a:t>A</a:t>
            </a:r>
            <a:r>
              <a:rPr lang="en-US" b="1">
                <a:solidFill>
                  <a:srgbClr val="FF0000"/>
                </a:solidFill>
              </a:rPr>
              <a:t>G</a:t>
            </a:r>
            <a:r>
              <a:rPr lang="en-US" b="1">
                <a:solidFill>
                  <a:schemeClr val="accent5"/>
                </a:solidFill>
              </a:rPr>
              <a:t> </a:t>
            </a:r>
            <a:r>
              <a:rPr lang="en-US"/>
              <a:t>T…</a:t>
            </a:r>
          </a:p>
        </p:txBody>
      </p:sp>
      <p:cxnSp>
        <p:nvCxnSpPr>
          <p:cNvPr id="17" name="Straight Connector 16">
            <a:extLst>
              <a:ext uri="{FF2B5EF4-FFF2-40B4-BE49-F238E27FC236}">
                <a16:creationId xmlns:a16="http://schemas.microsoft.com/office/drawing/2014/main" id="{3C049DBD-3384-DD1A-575B-70E7CB893DF2}"/>
              </a:ext>
            </a:extLst>
          </p:cNvPr>
          <p:cNvCxnSpPr>
            <a:cxnSpLocks/>
          </p:cNvCxnSpPr>
          <p:nvPr/>
        </p:nvCxnSpPr>
        <p:spPr>
          <a:xfrm>
            <a:off x="5442843" y="4285681"/>
            <a:ext cx="0" cy="191990"/>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68BE7EE5-2204-3568-4EBA-4C678F1E4F32}"/>
              </a:ext>
            </a:extLst>
          </p:cNvPr>
          <p:cNvCxnSpPr>
            <a:cxnSpLocks/>
          </p:cNvCxnSpPr>
          <p:nvPr/>
        </p:nvCxnSpPr>
        <p:spPr>
          <a:xfrm>
            <a:off x="5507938" y="4285681"/>
            <a:ext cx="0" cy="191990"/>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B276E3D0-F6DC-8FB9-BE47-1D10B729D88E}"/>
              </a:ext>
            </a:extLst>
          </p:cNvPr>
          <p:cNvCxnSpPr/>
          <p:nvPr/>
        </p:nvCxnSpPr>
        <p:spPr>
          <a:xfrm flipH="1">
            <a:off x="4758192" y="4482434"/>
            <a:ext cx="684651" cy="215964"/>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8916FFF3-5F14-1246-016E-2D1A60DC2AF4}"/>
              </a:ext>
            </a:extLst>
          </p:cNvPr>
          <p:cNvCxnSpPr/>
          <p:nvPr/>
        </p:nvCxnSpPr>
        <p:spPr>
          <a:xfrm>
            <a:off x="5507938" y="4482434"/>
            <a:ext cx="456368" cy="215964"/>
          </a:xfrm>
          <a:prstGeom prst="line">
            <a:avLst/>
          </a:prstGeom>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95F9CCD3-563E-3098-3779-4E6130EC143B}"/>
              </a:ext>
            </a:extLst>
          </p:cNvPr>
          <p:cNvSpPr txBox="1"/>
          <p:nvPr/>
        </p:nvSpPr>
        <p:spPr>
          <a:xfrm>
            <a:off x="6137550" y="4875565"/>
            <a:ext cx="2066793" cy="646331"/>
          </a:xfrm>
          <a:prstGeom prst="rect">
            <a:avLst/>
          </a:prstGeom>
          <a:noFill/>
        </p:spPr>
        <p:txBody>
          <a:bodyPr wrap="square" rtlCol="0">
            <a:spAutoFit/>
          </a:bodyPr>
          <a:lstStyle/>
          <a:p>
            <a:r>
              <a:rPr lang="en-US"/>
              <a:t>Stop-gain or nonsense variant</a:t>
            </a:r>
          </a:p>
        </p:txBody>
      </p:sp>
      <p:sp>
        <p:nvSpPr>
          <p:cNvPr id="24" name="TextBox 23">
            <a:extLst>
              <a:ext uri="{FF2B5EF4-FFF2-40B4-BE49-F238E27FC236}">
                <a16:creationId xmlns:a16="http://schemas.microsoft.com/office/drawing/2014/main" id="{459AFCA5-0E1A-ACAC-16E5-B5E2C0E83871}"/>
              </a:ext>
            </a:extLst>
          </p:cNvPr>
          <p:cNvSpPr txBox="1"/>
          <p:nvPr/>
        </p:nvSpPr>
        <p:spPr>
          <a:xfrm>
            <a:off x="848782" y="4845532"/>
            <a:ext cx="1961691" cy="646331"/>
          </a:xfrm>
          <a:prstGeom prst="rect">
            <a:avLst/>
          </a:prstGeom>
          <a:noFill/>
        </p:spPr>
        <p:txBody>
          <a:bodyPr wrap="none" rtlCol="0">
            <a:spAutoFit/>
          </a:bodyPr>
          <a:lstStyle/>
          <a:p>
            <a:r>
              <a:rPr lang="en-US"/>
              <a:t>…A CAA GTC T…</a:t>
            </a:r>
          </a:p>
          <a:p>
            <a:r>
              <a:rPr lang="en-US"/>
              <a:t>…A CAA </a:t>
            </a:r>
            <a:r>
              <a:rPr lang="en-US" b="1">
                <a:solidFill>
                  <a:srgbClr val="FF0000"/>
                </a:solidFill>
              </a:rPr>
              <a:t>A</a:t>
            </a:r>
            <a:r>
              <a:rPr lang="en-US" b="1"/>
              <a:t>GT CT</a:t>
            </a:r>
            <a:r>
              <a:rPr lang="en-US"/>
              <a:t>…</a:t>
            </a:r>
          </a:p>
        </p:txBody>
      </p:sp>
      <p:cxnSp>
        <p:nvCxnSpPr>
          <p:cNvPr id="26" name="Straight Connector 25">
            <a:extLst>
              <a:ext uri="{FF2B5EF4-FFF2-40B4-BE49-F238E27FC236}">
                <a16:creationId xmlns:a16="http://schemas.microsoft.com/office/drawing/2014/main" id="{898D2C6B-5696-2C29-1B45-F490E7DF3CF3}"/>
              </a:ext>
            </a:extLst>
          </p:cNvPr>
          <p:cNvCxnSpPr>
            <a:cxnSpLocks/>
          </p:cNvCxnSpPr>
          <p:nvPr/>
        </p:nvCxnSpPr>
        <p:spPr>
          <a:xfrm>
            <a:off x="2348513" y="4285681"/>
            <a:ext cx="0" cy="299972"/>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8E18AE6C-26E3-77FC-820A-B9B7FC4CF33E}"/>
              </a:ext>
            </a:extLst>
          </p:cNvPr>
          <p:cNvCxnSpPr>
            <a:cxnSpLocks/>
          </p:cNvCxnSpPr>
          <p:nvPr/>
        </p:nvCxnSpPr>
        <p:spPr>
          <a:xfrm>
            <a:off x="2433361" y="4285681"/>
            <a:ext cx="0" cy="299972"/>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19ABD9A9-23AF-0CC6-CD00-B3FC2A35C242}"/>
              </a:ext>
            </a:extLst>
          </p:cNvPr>
          <p:cNvCxnSpPr>
            <a:cxnSpLocks/>
          </p:cNvCxnSpPr>
          <p:nvPr/>
        </p:nvCxnSpPr>
        <p:spPr>
          <a:xfrm flipH="1">
            <a:off x="1207916" y="4590416"/>
            <a:ext cx="1140597" cy="302200"/>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D7498842-D3C7-EB73-4E33-DB2C613451AA}"/>
              </a:ext>
            </a:extLst>
          </p:cNvPr>
          <p:cNvCxnSpPr/>
          <p:nvPr/>
        </p:nvCxnSpPr>
        <p:spPr>
          <a:xfrm flipH="1">
            <a:off x="2348513" y="4590416"/>
            <a:ext cx="84848" cy="302200"/>
          </a:xfrm>
          <a:prstGeom prst="line">
            <a:avLst/>
          </a:prstGeom>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B19DC85D-8FAB-C948-7E5A-1CE878BB1571}"/>
              </a:ext>
            </a:extLst>
          </p:cNvPr>
          <p:cNvSpPr txBox="1"/>
          <p:nvPr/>
        </p:nvSpPr>
        <p:spPr>
          <a:xfrm>
            <a:off x="2594043" y="5756915"/>
            <a:ext cx="2147126" cy="646331"/>
          </a:xfrm>
          <a:prstGeom prst="rect">
            <a:avLst/>
          </a:prstGeom>
          <a:noFill/>
        </p:spPr>
        <p:txBody>
          <a:bodyPr wrap="none" rtlCol="0">
            <a:spAutoFit/>
          </a:bodyPr>
          <a:lstStyle/>
          <a:p>
            <a:r>
              <a:rPr lang="en-US"/>
              <a:t>…T GT</a:t>
            </a:r>
            <a:r>
              <a:rPr lang="en-US" b="1"/>
              <a:t>A G|gt</a:t>
            </a:r>
            <a:r>
              <a:rPr lang="en-US"/>
              <a:t>tgaat…</a:t>
            </a:r>
          </a:p>
          <a:p>
            <a:r>
              <a:rPr lang="en-US"/>
              <a:t>…T GT</a:t>
            </a:r>
            <a:r>
              <a:rPr lang="en-US" b="1"/>
              <a:t>A </a:t>
            </a:r>
            <a:r>
              <a:rPr lang="en-US" b="1">
                <a:solidFill>
                  <a:srgbClr val="FF0000"/>
                </a:solidFill>
              </a:rPr>
              <a:t>C</a:t>
            </a:r>
            <a:r>
              <a:rPr lang="en-US" b="1"/>
              <a:t>|gt</a:t>
            </a:r>
            <a:r>
              <a:rPr lang="en-US"/>
              <a:t>tgaat…</a:t>
            </a:r>
          </a:p>
        </p:txBody>
      </p:sp>
      <p:cxnSp>
        <p:nvCxnSpPr>
          <p:cNvPr id="38" name="Straight Connector 37">
            <a:extLst>
              <a:ext uri="{FF2B5EF4-FFF2-40B4-BE49-F238E27FC236}">
                <a16:creationId xmlns:a16="http://schemas.microsoft.com/office/drawing/2014/main" id="{99F91B1C-372F-B989-5D5F-CAAAC0A804E2}"/>
              </a:ext>
            </a:extLst>
          </p:cNvPr>
          <p:cNvCxnSpPr>
            <a:cxnSpLocks/>
          </p:cNvCxnSpPr>
          <p:nvPr/>
        </p:nvCxnSpPr>
        <p:spPr>
          <a:xfrm>
            <a:off x="3042201" y="4285681"/>
            <a:ext cx="0" cy="1014079"/>
          </a:xfrm>
          <a:prstGeom prst="line">
            <a:avLst/>
          </a:prstGeom>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DE497A13-4FDA-153D-6919-F87AB636C747}"/>
              </a:ext>
            </a:extLst>
          </p:cNvPr>
          <p:cNvCxnSpPr>
            <a:cxnSpLocks/>
          </p:cNvCxnSpPr>
          <p:nvPr/>
        </p:nvCxnSpPr>
        <p:spPr>
          <a:xfrm>
            <a:off x="3088724" y="4285681"/>
            <a:ext cx="0" cy="1014079"/>
          </a:xfrm>
          <a:prstGeom prst="line">
            <a:avLst/>
          </a:prstGeom>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9E8B5751-FD55-AAF4-B74C-4CE972D336B0}"/>
              </a:ext>
            </a:extLst>
          </p:cNvPr>
          <p:cNvCxnSpPr/>
          <p:nvPr/>
        </p:nvCxnSpPr>
        <p:spPr>
          <a:xfrm flipH="1">
            <a:off x="2761047" y="5304523"/>
            <a:ext cx="281154" cy="511107"/>
          </a:xfrm>
          <a:prstGeom prst="line">
            <a:avLst/>
          </a:prstGeom>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08B5A416-1C60-88B9-9EFA-7D95845FF7F5}"/>
              </a:ext>
            </a:extLst>
          </p:cNvPr>
          <p:cNvCxnSpPr/>
          <p:nvPr/>
        </p:nvCxnSpPr>
        <p:spPr>
          <a:xfrm>
            <a:off x="3088724" y="5304523"/>
            <a:ext cx="1320791" cy="511107"/>
          </a:xfrm>
          <a:prstGeom prst="line">
            <a:avLst/>
          </a:prstGeom>
        </p:spPr>
        <p:style>
          <a:lnRef idx="2">
            <a:schemeClr val="accent1"/>
          </a:lnRef>
          <a:fillRef idx="0">
            <a:schemeClr val="accent1"/>
          </a:fillRef>
          <a:effectRef idx="1">
            <a:schemeClr val="accent1"/>
          </a:effectRef>
          <a:fontRef idx="minor">
            <a:schemeClr val="tx1"/>
          </a:fontRef>
        </p:style>
      </p:cxnSp>
      <p:sp>
        <p:nvSpPr>
          <p:cNvPr id="44" name="TextBox 43">
            <a:extLst>
              <a:ext uri="{FF2B5EF4-FFF2-40B4-BE49-F238E27FC236}">
                <a16:creationId xmlns:a16="http://schemas.microsoft.com/office/drawing/2014/main" id="{125CD489-81CA-0FD8-C701-84D58FBABDC7}"/>
              </a:ext>
            </a:extLst>
          </p:cNvPr>
          <p:cNvSpPr txBox="1"/>
          <p:nvPr/>
        </p:nvSpPr>
        <p:spPr>
          <a:xfrm>
            <a:off x="4776329" y="5884956"/>
            <a:ext cx="1568950" cy="646331"/>
          </a:xfrm>
          <a:prstGeom prst="rect">
            <a:avLst/>
          </a:prstGeom>
          <a:noFill/>
        </p:spPr>
        <p:txBody>
          <a:bodyPr wrap="square" rtlCol="0">
            <a:spAutoFit/>
          </a:bodyPr>
          <a:lstStyle/>
          <a:p>
            <a:r>
              <a:rPr lang="en-US"/>
              <a:t>Canonical splice site</a:t>
            </a:r>
          </a:p>
        </p:txBody>
      </p:sp>
      <p:sp>
        <p:nvSpPr>
          <p:cNvPr id="45" name="TextBox 44">
            <a:extLst>
              <a:ext uri="{FF2B5EF4-FFF2-40B4-BE49-F238E27FC236}">
                <a16:creationId xmlns:a16="http://schemas.microsoft.com/office/drawing/2014/main" id="{CBE319DF-20F6-84D2-84BE-712DF6AD1D03}"/>
              </a:ext>
            </a:extLst>
          </p:cNvPr>
          <p:cNvSpPr txBox="1"/>
          <p:nvPr/>
        </p:nvSpPr>
        <p:spPr>
          <a:xfrm>
            <a:off x="626660" y="5480834"/>
            <a:ext cx="1255921" cy="369332"/>
          </a:xfrm>
          <a:prstGeom prst="rect">
            <a:avLst/>
          </a:prstGeom>
          <a:noFill/>
        </p:spPr>
        <p:txBody>
          <a:bodyPr wrap="none" rtlCol="0">
            <a:spAutoFit/>
          </a:bodyPr>
          <a:lstStyle/>
          <a:p>
            <a:r>
              <a:rPr lang="en-US"/>
              <a:t>Frameshift</a:t>
            </a:r>
          </a:p>
        </p:txBody>
      </p:sp>
      <p:sp>
        <p:nvSpPr>
          <p:cNvPr id="46" name="TextBox 45">
            <a:extLst>
              <a:ext uri="{FF2B5EF4-FFF2-40B4-BE49-F238E27FC236}">
                <a16:creationId xmlns:a16="http://schemas.microsoft.com/office/drawing/2014/main" id="{AA2F9B34-B4C5-25FD-BA51-B3A9CB2B2C39}"/>
              </a:ext>
            </a:extLst>
          </p:cNvPr>
          <p:cNvSpPr txBox="1"/>
          <p:nvPr/>
        </p:nvSpPr>
        <p:spPr>
          <a:xfrm>
            <a:off x="3131853" y="2378519"/>
            <a:ext cx="3041217" cy="646331"/>
          </a:xfrm>
          <a:prstGeom prst="rect">
            <a:avLst/>
          </a:prstGeom>
          <a:noFill/>
        </p:spPr>
        <p:txBody>
          <a:bodyPr wrap="none" rtlCol="0">
            <a:spAutoFit/>
          </a:bodyPr>
          <a:lstStyle/>
          <a:p>
            <a:r>
              <a:rPr lang="en-US"/>
              <a:t>…G TGT CAC T… (p..CysHis..)</a:t>
            </a:r>
          </a:p>
          <a:p>
            <a:r>
              <a:rPr lang="en-US"/>
              <a:t>…G </a:t>
            </a:r>
            <a:r>
              <a:rPr lang="en-US" b="1"/>
              <a:t>TG</a:t>
            </a:r>
            <a:r>
              <a:rPr lang="en-US" b="1">
                <a:solidFill>
                  <a:srgbClr val="FF0000"/>
                </a:solidFill>
              </a:rPr>
              <a:t>G</a:t>
            </a:r>
            <a:r>
              <a:rPr lang="en-US"/>
              <a:t> CAC T… (p..TrpHis..)</a:t>
            </a:r>
          </a:p>
        </p:txBody>
      </p:sp>
      <p:sp>
        <p:nvSpPr>
          <p:cNvPr id="47" name="TextBox 46">
            <a:extLst>
              <a:ext uri="{FF2B5EF4-FFF2-40B4-BE49-F238E27FC236}">
                <a16:creationId xmlns:a16="http://schemas.microsoft.com/office/drawing/2014/main" id="{BAF76899-F1DA-1A48-8275-980C62B1CEC1}"/>
              </a:ext>
            </a:extLst>
          </p:cNvPr>
          <p:cNvSpPr txBox="1"/>
          <p:nvPr/>
        </p:nvSpPr>
        <p:spPr>
          <a:xfrm>
            <a:off x="1280022" y="2511271"/>
            <a:ext cx="2306677" cy="369332"/>
          </a:xfrm>
          <a:prstGeom prst="rect">
            <a:avLst/>
          </a:prstGeom>
          <a:noFill/>
        </p:spPr>
        <p:txBody>
          <a:bodyPr wrap="square" rtlCol="0">
            <a:spAutoFit/>
          </a:bodyPr>
          <a:lstStyle/>
          <a:p>
            <a:r>
              <a:rPr lang="en-US"/>
              <a:t>Missense variant</a:t>
            </a:r>
          </a:p>
        </p:txBody>
      </p:sp>
      <p:cxnSp>
        <p:nvCxnSpPr>
          <p:cNvPr id="49" name="Straight Connector 48">
            <a:extLst>
              <a:ext uri="{FF2B5EF4-FFF2-40B4-BE49-F238E27FC236}">
                <a16:creationId xmlns:a16="http://schemas.microsoft.com/office/drawing/2014/main" id="{2528CDAB-D259-131C-2F58-BD9A48AD0CC3}"/>
              </a:ext>
            </a:extLst>
          </p:cNvPr>
          <p:cNvCxnSpPr>
            <a:cxnSpLocks/>
          </p:cNvCxnSpPr>
          <p:nvPr/>
        </p:nvCxnSpPr>
        <p:spPr>
          <a:xfrm flipV="1">
            <a:off x="4741169" y="3351038"/>
            <a:ext cx="0" cy="337081"/>
          </a:xfrm>
          <a:prstGeom prst="line">
            <a:avLst/>
          </a:prstGeom>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18CD4037-94C4-99C5-FA65-8FA75200DC00}"/>
              </a:ext>
            </a:extLst>
          </p:cNvPr>
          <p:cNvCxnSpPr>
            <a:cxnSpLocks/>
          </p:cNvCxnSpPr>
          <p:nvPr/>
        </p:nvCxnSpPr>
        <p:spPr>
          <a:xfrm flipV="1">
            <a:off x="4810240" y="3351038"/>
            <a:ext cx="0" cy="337081"/>
          </a:xfrm>
          <a:prstGeom prst="line">
            <a:avLst/>
          </a:prstGeom>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21890E82-EFF9-6F53-DB87-D959167E7880}"/>
              </a:ext>
            </a:extLst>
          </p:cNvPr>
          <p:cNvCxnSpPr/>
          <p:nvPr/>
        </p:nvCxnSpPr>
        <p:spPr>
          <a:xfrm flipH="1" flipV="1">
            <a:off x="3649339" y="2981915"/>
            <a:ext cx="1091830" cy="369123"/>
          </a:xfrm>
          <a:prstGeom prst="line">
            <a:avLst/>
          </a:prstGeom>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62633697-1032-2F97-6C67-558782E8C03C}"/>
              </a:ext>
            </a:extLst>
          </p:cNvPr>
          <p:cNvCxnSpPr/>
          <p:nvPr/>
        </p:nvCxnSpPr>
        <p:spPr>
          <a:xfrm flipV="1">
            <a:off x="4810240" y="2981915"/>
            <a:ext cx="202607" cy="369123"/>
          </a:xfrm>
          <a:prstGeom prst="line">
            <a:avLst/>
          </a:prstGeom>
        </p:spPr>
        <p:style>
          <a:lnRef idx="2">
            <a:schemeClr val="accent1"/>
          </a:lnRef>
          <a:fillRef idx="0">
            <a:schemeClr val="accent1"/>
          </a:fillRef>
          <a:effectRef idx="1">
            <a:schemeClr val="accent1"/>
          </a:effectRef>
          <a:fontRef idx="minor">
            <a:schemeClr val="tx1"/>
          </a:fontRef>
        </p:style>
      </p:cxnSp>
      <p:sp>
        <p:nvSpPr>
          <p:cNvPr id="55" name="TextBox 54">
            <a:extLst>
              <a:ext uri="{FF2B5EF4-FFF2-40B4-BE49-F238E27FC236}">
                <a16:creationId xmlns:a16="http://schemas.microsoft.com/office/drawing/2014/main" id="{A2FA4ADB-B11C-CF53-997A-13F6CA883355}"/>
              </a:ext>
            </a:extLst>
          </p:cNvPr>
          <p:cNvSpPr txBox="1"/>
          <p:nvPr/>
        </p:nvSpPr>
        <p:spPr>
          <a:xfrm>
            <a:off x="8230747" y="2360802"/>
            <a:ext cx="3120341" cy="646331"/>
          </a:xfrm>
          <a:prstGeom prst="rect">
            <a:avLst/>
          </a:prstGeom>
          <a:noFill/>
        </p:spPr>
        <p:txBody>
          <a:bodyPr wrap="none" rtlCol="0">
            <a:spAutoFit/>
          </a:bodyPr>
          <a:lstStyle/>
          <a:p>
            <a:r>
              <a:rPr lang="en-US"/>
              <a:t>…G CGA CAA T… (p..ArgGln..)</a:t>
            </a:r>
          </a:p>
          <a:p>
            <a:r>
              <a:rPr lang="en-US"/>
              <a:t>…G </a:t>
            </a:r>
            <a:r>
              <a:rPr lang="en-US" b="1"/>
              <a:t>CG</a:t>
            </a:r>
            <a:r>
              <a:rPr lang="en-US" b="1">
                <a:solidFill>
                  <a:srgbClr val="FF0000"/>
                </a:solidFill>
              </a:rPr>
              <a:t>G</a:t>
            </a:r>
            <a:r>
              <a:rPr lang="en-US"/>
              <a:t> CAA T… (p..ArgGln..)</a:t>
            </a:r>
          </a:p>
        </p:txBody>
      </p:sp>
      <p:sp>
        <p:nvSpPr>
          <p:cNvPr id="56" name="TextBox 55">
            <a:extLst>
              <a:ext uri="{FF2B5EF4-FFF2-40B4-BE49-F238E27FC236}">
                <a16:creationId xmlns:a16="http://schemas.microsoft.com/office/drawing/2014/main" id="{D4461766-B4ED-8B68-1310-63DF28B8D971}"/>
              </a:ext>
            </a:extLst>
          </p:cNvPr>
          <p:cNvSpPr txBox="1"/>
          <p:nvPr/>
        </p:nvSpPr>
        <p:spPr>
          <a:xfrm>
            <a:off x="7838319" y="1940697"/>
            <a:ext cx="2193717" cy="369332"/>
          </a:xfrm>
          <a:prstGeom prst="rect">
            <a:avLst/>
          </a:prstGeom>
          <a:noFill/>
        </p:spPr>
        <p:txBody>
          <a:bodyPr wrap="square" rtlCol="0">
            <a:spAutoFit/>
          </a:bodyPr>
          <a:lstStyle/>
          <a:p>
            <a:r>
              <a:rPr lang="en-US"/>
              <a:t>Synonymous variant</a:t>
            </a:r>
          </a:p>
        </p:txBody>
      </p:sp>
      <p:cxnSp>
        <p:nvCxnSpPr>
          <p:cNvPr id="58" name="Straight Connector 57">
            <a:extLst>
              <a:ext uri="{FF2B5EF4-FFF2-40B4-BE49-F238E27FC236}">
                <a16:creationId xmlns:a16="http://schemas.microsoft.com/office/drawing/2014/main" id="{A87469DF-969A-3BC5-BBFD-65485AB27E63}"/>
              </a:ext>
            </a:extLst>
          </p:cNvPr>
          <p:cNvCxnSpPr>
            <a:cxnSpLocks/>
          </p:cNvCxnSpPr>
          <p:nvPr/>
        </p:nvCxnSpPr>
        <p:spPr>
          <a:xfrm flipV="1">
            <a:off x="6347780" y="2310029"/>
            <a:ext cx="0" cy="1609585"/>
          </a:xfrm>
          <a:prstGeom prst="line">
            <a:avLst/>
          </a:prstGeom>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4D880D08-4D72-45A1-0510-ED724B67D461}"/>
              </a:ext>
            </a:extLst>
          </p:cNvPr>
          <p:cNvCxnSpPr>
            <a:cxnSpLocks/>
          </p:cNvCxnSpPr>
          <p:nvPr/>
        </p:nvCxnSpPr>
        <p:spPr>
          <a:xfrm flipV="1">
            <a:off x="6400862" y="2310029"/>
            <a:ext cx="0" cy="1609585"/>
          </a:xfrm>
          <a:prstGeom prst="line">
            <a:avLst/>
          </a:prstGeom>
        </p:spPr>
        <p:style>
          <a:lnRef idx="2">
            <a:schemeClr val="accent1"/>
          </a:lnRef>
          <a:fillRef idx="0">
            <a:schemeClr val="accent1"/>
          </a:fillRef>
          <a:effectRef idx="1">
            <a:schemeClr val="accent1"/>
          </a:effectRef>
          <a:fontRef idx="minor">
            <a:schemeClr val="tx1"/>
          </a:fontRef>
        </p:style>
      </p:cxnSp>
      <p:sp>
        <p:nvSpPr>
          <p:cNvPr id="66" name="TextBox 65">
            <a:extLst>
              <a:ext uri="{FF2B5EF4-FFF2-40B4-BE49-F238E27FC236}">
                <a16:creationId xmlns:a16="http://schemas.microsoft.com/office/drawing/2014/main" id="{E3B9A1CB-053F-8623-D91D-D4E0DCA68F72}"/>
              </a:ext>
            </a:extLst>
          </p:cNvPr>
          <p:cNvSpPr txBox="1"/>
          <p:nvPr/>
        </p:nvSpPr>
        <p:spPr>
          <a:xfrm>
            <a:off x="5632132" y="1525108"/>
            <a:ext cx="1398268" cy="646331"/>
          </a:xfrm>
          <a:prstGeom prst="rect">
            <a:avLst/>
          </a:prstGeom>
          <a:noFill/>
        </p:spPr>
        <p:txBody>
          <a:bodyPr wrap="none" rtlCol="0">
            <a:spAutoFit/>
          </a:bodyPr>
          <a:lstStyle/>
          <a:p>
            <a:r>
              <a:rPr lang="en-US"/>
              <a:t>…acagaga…</a:t>
            </a:r>
          </a:p>
          <a:p>
            <a:r>
              <a:rPr lang="en-US"/>
              <a:t>…ac</a:t>
            </a:r>
            <a:r>
              <a:rPr lang="en-US" b="1">
                <a:solidFill>
                  <a:srgbClr val="FF0000"/>
                </a:solidFill>
              </a:rPr>
              <a:t>c</a:t>
            </a:r>
            <a:r>
              <a:rPr lang="en-US"/>
              <a:t>gaga…</a:t>
            </a:r>
          </a:p>
        </p:txBody>
      </p:sp>
      <p:cxnSp>
        <p:nvCxnSpPr>
          <p:cNvPr id="68" name="Straight Connector 67">
            <a:extLst>
              <a:ext uri="{FF2B5EF4-FFF2-40B4-BE49-F238E27FC236}">
                <a16:creationId xmlns:a16="http://schemas.microsoft.com/office/drawing/2014/main" id="{84972C2F-4F8F-8AB6-E353-5A1BD5F23AD6}"/>
              </a:ext>
            </a:extLst>
          </p:cNvPr>
          <p:cNvCxnSpPr/>
          <p:nvPr/>
        </p:nvCxnSpPr>
        <p:spPr>
          <a:xfrm flipH="1" flipV="1">
            <a:off x="5982800" y="2125363"/>
            <a:ext cx="364980" cy="184666"/>
          </a:xfrm>
          <a:prstGeom prst="line">
            <a:avLst/>
          </a:prstGeom>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C7452CDC-7FA0-5D8A-C990-14535FA6664F}"/>
              </a:ext>
            </a:extLst>
          </p:cNvPr>
          <p:cNvCxnSpPr/>
          <p:nvPr/>
        </p:nvCxnSpPr>
        <p:spPr>
          <a:xfrm flipV="1">
            <a:off x="6400862" y="2125363"/>
            <a:ext cx="326631" cy="184666"/>
          </a:xfrm>
          <a:prstGeom prst="line">
            <a:avLst/>
          </a:prstGeom>
        </p:spPr>
        <p:style>
          <a:lnRef idx="2">
            <a:schemeClr val="accent1"/>
          </a:lnRef>
          <a:fillRef idx="0">
            <a:schemeClr val="accent1"/>
          </a:fillRef>
          <a:effectRef idx="1">
            <a:schemeClr val="accent1"/>
          </a:effectRef>
          <a:fontRef idx="minor">
            <a:schemeClr val="tx1"/>
          </a:fontRef>
        </p:style>
      </p:cxnSp>
      <p:sp>
        <p:nvSpPr>
          <p:cNvPr id="71" name="TextBox 70">
            <a:extLst>
              <a:ext uri="{FF2B5EF4-FFF2-40B4-BE49-F238E27FC236}">
                <a16:creationId xmlns:a16="http://schemas.microsoft.com/office/drawing/2014/main" id="{6E17C6B5-FDC7-3774-28C1-0D93812DE643}"/>
              </a:ext>
            </a:extLst>
          </p:cNvPr>
          <p:cNvSpPr txBox="1"/>
          <p:nvPr/>
        </p:nvSpPr>
        <p:spPr>
          <a:xfrm>
            <a:off x="3909439" y="1682999"/>
            <a:ext cx="1682450" cy="369332"/>
          </a:xfrm>
          <a:prstGeom prst="rect">
            <a:avLst/>
          </a:prstGeom>
          <a:noFill/>
        </p:spPr>
        <p:txBody>
          <a:bodyPr wrap="square" rtlCol="0">
            <a:spAutoFit/>
          </a:bodyPr>
          <a:lstStyle/>
          <a:p>
            <a:r>
              <a:rPr lang="en-US"/>
              <a:t>Intronic variant</a:t>
            </a:r>
          </a:p>
        </p:txBody>
      </p:sp>
      <p:cxnSp>
        <p:nvCxnSpPr>
          <p:cNvPr id="74" name="Straight Connector 73">
            <a:extLst>
              <a:ext uri="{FF2B5EF4-FFF2-40B4-BE49-F238E27FC236}">
                <a16:creationId xmlns:a16="http://schemas.microsoft.com/office/drawing/2014/main" id="{80E8D574-3191-B6BF-D4AE-CCAAB04A0449}"/>
              </a:ext>
            </a:extLst>
          </p:cNvPr>
          <p:cNvCxnSpPr>
            <a:cxnSpLocks/>
          </p:cNvCxnSpPr>
          <p:nvPr/>
        </p:nvCxnSpPr>
        <p:spPr>
          <a:xfrm flipV="1">
            <a:off x="8688821" y="3351038"/>
            <a:ext cx="0" cy="337081"/>
          </a:xfrm>
          <a:prstGeom prst="line">
            <a:avLst/>
          </a:prstGeom>
        </p:spPr>
        <p:style>
          <a:lnRef idx="2">
            <a:schemeClr val="accent1"/>
          </a:lnRef>
          <a:fillRef idx="0">
            <a:schemeClr val="accent1"/>
          </a:fillRef>
          <a:effectRef idx="1">
            <a:schemeClr val="accent1"/>
          </a:effectRef>
          <a:fontRef idx="minor">
            <a:schemeClr val="tx1"/>
          </a:fontRef>
        </p:style>
      </p:cxnSp>
      <p:cxnSp>
        <p:nvCxnSpPr>
          <p:cNvPr id="75" name="Straight Connector 74">
            <a:extLst>
              <a:ext uri="{FF2B5EF4-FFF2-40B4-BE49-F238E27FC236}">
                <a16:creationId xmlns:a16="http://schemas.microsoft.com/office/drawing/2014/main" id="{FE593C2E-A47A-6AD3-B7FB-B6420EB00128}"/>
              </a:ext>
            </a:extLst>
          </p:cNvPr>
          <p:cNvCxnSpPr>
            <a:cxnSpLocks/>
          </p:cNvCxnSpPr>
          <p:nvPr/>
        </p:nvCxnSpPr>
        <p:spPr>
          <a:xfrm flipV="1">
            <a:off x="8757892" y="3351038"/>
            <a:ext cx="0" cy="337081"/>
          </a:xfrm>
          <a:prstGeom prst="line">
            <a:avLst/>
          </a:prstGeom>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6EBC630D-342D-9CAC-03E4-FB2E34EE78AE}"/>
              </a:ext>
            </a:extLst>
          </p:cNvPr>
          <p:cNvCxnSpPr/>
          <p:nvPr/>
        </p:nvCxnSpPr>
        <p:spPr>
          <a:xfrm flipH="1" flipV="1">
            <a:off x="8396079" y="2981915"/>
            <a:ext cx="292742" cy="369123"/>
          </a:xfrm>
          <a:prstGeom prst="line">
            <a:avLst/>
          </a:prstGeom>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8A8905EC-30AD-D097-7468-54B1B1E988E7}"/>
              </a:ext>
            </a:extLst>
          </p:cNvPr>
          <p:cNvCxnSpPr/>
          <p:nvPr/>
        </p:nvCxnSpPr>
        <p:spPr>
          <a:xfrm flipV="1">
            <a:off x="8757892" y="2981915"/>
            <a:ext cx="976658" cy="369123"/>
          </a:xfrm>
          <a:prstGeom prst="line">
            <a:avLst/>
          </a:prstGeom>
        </p:spPr>
        <p:style>
          <a:lnRef idx="2">
            <a:schemeClr val="accent1"/>
          </a:lnRef>
          <a:fillRef idx="0">
            <a:schemeClr val="accent1"/>
          </a:fillRef>
          <a:effectRef idx="1">
            <a:schemeClr val="accent1"/>
          </a:effectRef>
          <a:fontRef idx="minor">
            <a:schemeClr val="tx1"/>
          </a:fontRef>
        </p:style>
      </p:cxnSp>
      <p:sp>
        <p:nvSpPr>
          <p:cNvPr id="80" name="TextBox 79">
            <a:extLst>
              <a:ext uri="{FF2B5EF4-FFF2-40B4-BE49-F238E27FC236}">
                <a16:creationId xmlns:a16="http://schemas.microsoft.com/office/drawing/2014/main" id="{2653F665-B050-EB5F-41A9-481DD68E135E}"/>
              </a:ext>
            </a:extLst>
          </p:cNvPr>
          <p:cNvSpPr txBox="1"/>
          <p:nvPr/>
        </p:nvSpPr>
        <p:spPr>
          <a:xfrm>
            <a:off x="8491737" y="4865416"/>
            <a:ext cx="1955535" cy="646331"/>
          </a:xfrm>
          <a:prstGeom prst="rect">
            <a:avLst/>
          </a:prstGeom>
          <a:noFill/>
        </p:spPr>
        <p:txBody>
          <a:bodyPr wrap="none" rtlCol="0">
            <a:spAutoFit/>
          </a:bodyPr>
          <a:lstStyle/>
          <a:p>
            <a:r>
              <a:rPr lang="en-US"/>
              <a:t>…GTA CTG GTG…</a:t>
            </a:r>
          </a:p>
          <a:p>
            <a:r>
              <a:rPr lang="en-US"/>
              <a:t>…GTA C</a:t>
            </a:r>
            <a:r>
              <a:rPr lang="en-US" b="1">
                <a:solidFill>
                  <a:srgbClr val="FF0000"/>
                </a:solidFill>
              </a:rPr>
              <a:t>A</a:t>
            </a:r>
            <a:r>
              <a:rPr lang="en-US" b="1"/>
              <a:t>G</a:t>
            </a:r>
            <a:r>
              <a:rPr lang="en-US"/>
              <a:t> GTG…</a:t>
            </a:r>
          </a:p>
        </p:txBody>
      </p:sp>
      <p:sp>
        <p:nvSpPr>
          <p:cNvPr id="81" name="TextBox 80">
            <a:extLst>
              <a:ext uri="{FF2B5EF4-FFF2-40B4-BE49-F238E27FC236}">
                <a16:creationId xmlns:a16="http://schemas.microsoft.com/office/drawing/2014/main" id="{E2554FD3-17C5-987E-BA6A-EFE1DF2996B4}"/>
              </a:ext>
            </a:extLst>
          </p:cNvPr>
          <p:cNvSpPr txBox="1"/>
          <p:nvPr/>
        </p:nvSpPr>
        <p:spPr>
          <a:xfrm>
            <a:off x="9039561" y="5552799"/>
            <a:ext cx="2474068" cy="369332"/>
          </a:xfrm>
          <a:prstGeom prst="rect">
            <a:avLst/>
          </a:prstGeom>
          <a:noFill/>
        </p:spPr>
        <p:txBody>
          <a:bodyPr wrap="square" rtlCol="0">
            <a:spAutoFit/>
          </a:bodyPr>
          <a:lstStyle/>
          <a:p>
            <a:r>
              <a:rPr lang="en-US"/>
              <a:t>Cryptic splicing variant</a:t>
            </a:r>
          </a:p>
        </p:txBody>
      </p:sp>
      <p:cxnSp>
        <p:nvCxnSpPr>
          <p:cNvPr id="83" name="Straight Connector 82">
            <a:extLst>
              <a:ext uri="{FF2B5EF4-FFF2-40B4-BE49-F238E27FC236}">
                <a16:creationId xmlns:a16="http://schemas.microsoft.com/office/drawing/2014/main" id="{D7C2D317-7EF3-94A7-32D3-3D01E9991F81}"/>
              </a:ext>
            </a:extLst>
          </p:cNvPr>
          <p:cNvCxnSpPr>
            <a:cxnSpLocks/>
          </p:cNvCxnSpPr>
          <p:nvPr/>
        </p:nvCxnSpPr>
        <p:spPr>
          <a:xfrm>
            <a:off x="8542450" y="4285681"/>
            <a:ext cx="0" cy="299972"/>
          </a:xfrm>
          <a:prstGeom prst="line">
            <a:avLst/>
          </a:prstGeom>
        </p:spPr>
        <p:style>
          <a:lnRef idx="2">
            <a:schemeClr val="accent1"/>
          </a:lnRef>
          <a:fillRef idx="0">
            <a:schemeClr val="accent1"/>
          </a:fillRef>
          <a:effectRef idx="1">
            <a:schemeClr val="accent1"/>
          </a:effectRef>
          <a:fontRef idx="minor">
            <a:schemeClr val="tx1"/>
          </a:fontRef>
        </p:style>
      </p:cxnSp>
      <p:cxnSp>
        <p:nvCxnSpPr>
          <p:cNvPr id="85" name="Straight Connector 84">
            <a:extLst>
              <a:ext uri="{FF2B5EF4-FFF2-40B4-BE49-F238E27FC236}">
                <a16:creationId xmlns:a16="http://schemas.microsoft.com/office/drawing/2014/main" id="{A9F30DD3-381E-99F4-63C3-E981164A1494}"/>
              </a:ext>
            </a:extLst>
          </p:cNvPr>
          <p:cNvCxnSpPr>
            <a:cxnSpLocks/>
          </p:cNvCxnSpPr>
          <p:nvPr/>
        </p:nvCxnSpPr>
        <p:spPr>
          <a:xfrm>
            <a:off x="8601075" y="4285681"/>
            <a:ext cx="0" cy="299972"/>
          </a:xfrm>
          <a:prstGeom prst="line">
            <a:avLst/>
          </a:prstGeom>
        </p:spPr>
        <p:style>
          <a:lnRef idx="2">
            <a:schemeClr val="accent1"/>
          </a:lnRef>
          <a:fillRef idx="0">
            <a:schemeClr val="accent1"/>
          </a:fillRef>
          <a:effectRef idx="1">
            <a:schemeClr val="accent1"/>
          </a:effectRef>
          <a:fontRef idx="minor">
            <a:schemeClr val="tx1"/>
          </a:fontRef>
        </p:style>
      </p:cxnSp>
      <p:cxnSp>
        <p:nvCxnSpPr>
          <p:cNvPr id="87" name="Straight Connector 86">
            <a:extLst>
              <a:ext uri="{FF2B5EF4-FFF2-40B4-BE49-F238E27FC236}">
                <a16:creationId xmlns:a16="http://schemas.microsoft.com/office/drawing/2014/main" id="{BD2FD17E-651D-A4B9-97D1-69D0C574EEE6}"/>
              </a:ext>
            </a:extLst>
          </p:cNvPr>
          <p:cNvCxnSpPr>
            <a:cxnSpLocks/>
          </p:cNvCxnSpPr>
          <p:nvPr/>
        </p:nvCxnSpPr>
        <p:spPr>
          <a:xfrm>
            <a:off x="8593769" y="4590416"/>
            <a:ext cx="1531398" cy="302200"/>
          </a:xfrm>
          <a:prstGeom prst="line">
            <a:avLst/>
          </a:prstGeom>
        </p:spPr>
        <p:style>
          <a:lnRef idx="2">
            <a:schemeClr val="accent1"/>
          </a:lnRef>
          <a:fillRef idx="0">
            <a:schemeClr val="accent1"/>
          </a:fillRef>
          <a:effectRef idx="1">
            <a:schemeClr val="accent1"/>
          </a:effectRef>
          <a:fontRef idx="minor">
            <a:schemeClr val="tx1"/>
          </a:fontRef>
        </p:style>
      </p:cxnSp>
      <p:cxnSp>
        <p:nvCxnSpPr>
          <p:cNvPr id="90" name="Straight Connector 89">
            <a:extLst>
              <a:ext uri="{FF2B5EF4-FFF2-40B4-BE49-F238E27FC236}">
                <a16:creationId xmlns:a16="http://schemas.microsoft.com/office/drawing/2014/main" id="{F4ED29A8-53E8-C321-9D95-E6B89B4B1ACF}"/>
              </a:ext>
            </a:extLst>
          </p:cNvPr>
          <p:cNvCxnSpPr/>
          <p:nvPr/>
        </p:nvCxnSpPr>
        <p:spPr>
          <a:xfrm>
            <a:off x="8542450" y="4585653"/>
            <a:ext cx="180046" cy="363648"/>
          </a:xfrm>
          <a:prstGeom prst="line">
            <a:avLst/>
          </a:prstGeom>
        </p:spPr>
        <p:style>
          <a:lnRef idx="2">
            <a:schemeClr val="accent1"/>
          </a:lnRef>
          <a:fillRef idx="0">
            <a:schemeClr val="accent1"/>
          </a:fillRef>
          <a:effectRef idx="1">
            <a:schemeClr val="accent1"/>
          </a:effectRef>
          <a:fontRef idx="minor">
            <a:schemeClr val="tx1"/>
          </a:fontRef>
        </p:style>
      </p:cxnSp>
      <p:sp>
        <p:nvSpPr>
          <p:cNvPr id="91" name="TextBox 90">
            <a:extLst>
              <a:ext uri="{FF2B5EF4-FFF2-40B4-BE49-F238E27FC236}">
                <a16:creationId xmlns:a16="http://schemas.microsoft.com/office/drawing/2014/main" id="{5B6FF680-2C62-783A-D040-E8BF203FD164}"/>
              </a:ext>
            </a:extLst>
          </p:cNvPr>
          <p:cNvSpPr txBox="1"/>
          <p:nvPr/>
        </p:nvSpPr>
        <p:spPr>
          <a:xfrm>
            <a:off x="11197640" y="1446361"/>
            <a:ext cx="734496" cy="923330"/>
          </a:xfrm>
          <a:prstGeom prst="rect">
            <a:avLst/>
          </a:prstGeom>
          <a:noFill/>
        </p:spPr>
        <p:txBody>
          <a:bodyPr wrap="none" rtlCol="0">
            <a:spAutoFit/>
          </a:bodyPr>
          <a:lstStyle/>
          <a:p>
            <a:r>
              <a:rPr lang="en-US"/>
              <a:t>HIGH</a:t>
            </a:r>
          </a:p>
          <a:p>
            <a:r>
              <a:rPr lang="en-US"/>
              <a:t>MED</a:t>
            </a:r>
          </a:p>
          <a:p>
            <a:r>
              <a:rPr lang="en-US"/>
              <a:t>LOW</a:t>
            </a:r>
          </a:p>
        </p:txBody>
      </p:sp>
      <p:sp>
        <p:nvSpPr>
          <p:cNvPr id="92" name="Rectangle 91">
            <a:extLst>
              <a:ext uri="{FF2B5EF4-FFF2-40B4-BE49-F238E27FC236}">
                <a16:creationId xmlns:a16="http://schemas.microsoft.com/office/drawing/2014/main" id="{716D7130-DE90-594E-25CC-6401CB3AC0A9}"/>
              </a:ext>
            </a:extLst>
          </p:cNvPr>
          <p:cNvSpPr/>
          <p:nvPr/>
        </p:nvSpPr>
        <p:spPr>
          <a:xfrm>
            <a:off x="11016487" y="1525108"/>
            <a:ext cx="225936" cy="206632"/>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BFD4D976-8FF8-56D0-707B-0942BFF3BE37}"/>
              </a:ext>
            </a:extLst>
          </p:cNvPr>
          <p:cNvSpPr/>
          <p:nvPr/>
        </p:nvSpPr>
        <p:spPr>
          <a:xfrm>
            <a:off x="11016487" y="1796616"/>
            <a:ext cx="225936" cy="206632"/>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a:extLst>
              <a:ext uri="{FF2B5EF4-FFF2-40B4-BE49-F238E27FC236}">
                <a16:creationId xmlns:a16="http://schemas.microsoft.com/office/drawing/2014/main" id="{4D4C7FC0-775C-A855-FDEC-18222F951E45}"/>
              </a:ext>
            </a:extLst>
          </p:cNvPr>
          <p:cNvSpPr/>
          <p:nvPr/>
        </p:nvSpPr>
        <p:spPr>
          <a:xfrm>
            <a:off x="11016487" y="2068123"/>
            <a:ext cx="225936" cy="20663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42360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500" fill="hold"/>
                                        <p:tgtEl>
                                          <p:spTgt spid="45">
                                            <p:txEl>
                                              <p:pRg st="0" end="0"/>
                                            </p:txEl>
                                          </p:spTgt>
                                        </p:tgtEl>
                                        <p:attrNameLst>
                                          <p:attrName>style.color</p:attrName>
                                        </p:attrNameLst>
                                      </p:cBhvr>
                                      <p:to>
                                        <a:srgbClr val="FF2600"/>
                                      </p:to>
                                    </p:animClr>
                                  </p:childTnLst>
                                </p:cTn>
                              </p:par>
                              <p:par>
                                <p:cTn id="7" presetID="3" presetClass="emph" presetSubtype="2" fill="hold" grpId="0" nodeType="withEffect">
                                  <p:stCondLst>
                                    <p:cond delay="0"/>
                                  </p:stCondLst>
                                  <p:childTnLst>
                                    <p:animClr clrSpc="rgb" dir="cw">
                                      <p:cBhvr override="childStyle">
                                        <p:cTn id="8" dur="500" fill="hold"/>
                                        <p:tgtEl>
                                          <p:spTgt spid="44"/>
                                        </p:tgtEl>
                                        <p:attrNameLst>
                                          <p:attrName>style.color</p:attrName>
                                        </p:attrNameLst>
                                      </p:cBhvr>
                                      <p:to>
                                        <a:srgbClr val="FF2600"/>
                                      </p:to>
                                    </p:animClr>
                                  </p:childTnLst>
                                </p:cTn>
                              </p:par>
                              <p:par>
                                <p:cTn id="9" presetID="3" presetClass="emph" presetSubtype="2" fill="hold" grpId="0" nodeType="withEffect">
                                  <p:stCondLst>
                                    <p:cond delay="0"/>
                                  </p:stCondLst>
                                  <p:childTnLst>
                                    <p:animClr clrSpc="rgb" dir="cw">
                                      <p:cBhvr override="childStyle">
                                        <p:cTn id="10" dur="500" fill="hold"/>
                                        <p:tgtEl>
                                          <p:spTgt spid="23"/>
                                        </p:tgtEl>
                                        <p:attrNameLst>
                                          <p:attrName>style.color</p:attrName>
                                        </p:attrNameLst>
                                      </p:cBhvr>
                                      <p:to>
                                        <a:srgbClr val="FF2600"/>
                                      </p:to>
                                    </p:animClr>
                                  </p:childTnLst>
                                </p:cTn>
                              </p:par>
                            </p:childTnLst>
                          </p:cTn>
                        </p:par>
                      </p:childTnLst>
                    </p:cTn>
                  </p:par>
                  <p:par>
                    <p:cTn id="11" fill="hold">
                      <p:stCondLst>
                        <p:cond delay="indefinite"/>
                      </p:stCondLst>
                      <p:childTnLst>
                        <p:par>
                          <p:cTn id="12" fill="hold">
                            <p:stCondLst>
                              <p:cond delay="0"/>
                            </p:stCondLst>
                            <p:childTnLst>
                              <p:par>
                                <p:cTn id="13" presetID="3" presetClass="emph" presetSubtype="2" fill="hold" grpId="0" nodeType="clickEffect">
                                  <p:stCondLst>
                                    <p:cond delay="0"/>
                                  </p:stCondLst>
                                  <p:childTnLst>
                                    <p:animClr clrSpc="rgb" dir="cw">
                                      <p:cBhvr override="childStyle">
                                        <p:cTn id="14" dur="500" fill="hold"/>
                                        <p:tgtEl>
                                          <p:spTgt spid="81"/>
                                        </p:tgtEl>
                                        <p:attrNameLst>
                                          <p:attrName>style.color</p:attrName>
                                        </p:attrNameLst>
                                      </p:cBhvr>
                                      <p:to>
                                        <a:srgbClr val="FF9300"/>
                                      </p:to>
                                    </p:animClr>
                                  </p:childTnLst>
                                </p:cTn>
                              </p:par>
                              <p:par>
                                <p:cTn id="15" presetID="3" presetClass="emph" presetSubtype="2" fill="hold" grpId="0" nodeType="withEffect">
                                  <p:stCondLst>
                                    <p:cond delay="0"/>
                                  </p:stCondLst>
                                  <p:childTnLst>
                                    <p:animClr clrSpc="rgb" dir="cw">
                                      <p:cBhvr override="childStyle">
                                        <p:cTn id="16" dur="500" fill="hold"/>
                                        <p:tgtEl>
                                          <p:spTgt spid="47"/>
                                        </p:tgtEl>
                                        <p:attrNameLst>
                                          <p:attrName>style.color</p:attrName>
                                        </p:attrNameLst>
                                      </p:cBhvr>
                                      <p:to>
                                        <a:srgbClr val="FF9300"/>
                                      </p:to>
                                    </p:animClr>
                                  </p:childTnLst>
                                </p:cTn>
                              </p:par>
                            </p:childTnLst>
                          </p:cTn>
                        </p:par>
                      </p:childTnLst>
                    </p:cTn>
                  </p:par>
                  <p:par>
                    <p:cTn id="17" fill="hold">
                      <p:stCondLst>
                        <p:cond delay="indefinite"/>
                      </p:stCondLst>
                      <p:childTnLst>
                        <p:par>
                          <p:cTn id="18" fill="hold">
                            <p:stCondLst>
                              <p:cond delay="0"/>
                            </p:stCondLst>
                            <p:childTnLst>
                              <p:par>
                                <p:cTn id="19" presetID="3" presetClass="emph" presetSubtype="2" fill="hold" grpId="0" nodeType="clickEffect">
                                  <p:stCondLst>
                                    <p:cond delay="0"/>
                                  </p:stCondLst>
                                  <p:childTnLst>
                                    <p:animClr clrSpc="rgb" dir="cw">
                                      <p:cBhvr override="childStyle">
                                        <p:cTn id="20" dur="500" fill="hold"/>
                                        <p:tgtEl>
                                          <p:spTgt spid="71"/>
                                        </p:tgtEl>
                                        <p:attrNameLst>
                                          <p:attrName>style.color</p:attrName>
                                        </p:attrNameLst>
                                      </p:cBhvr>
                                      <p:to>
                                        <a:srgbClr val="4E8F00"/>
                                      </p:to>
                                    </p:animClr>
                                  </p:childTnLst>
                                </p:cTn>
                              </p:par>
                              <p:par>
                                <p:cTn id="21" presetID="3" presetClass="emph" presetSubtype="2" fill="hold" grpId="0" nodeType="withEffect">
                                  <p:stCondLst>
                                    <p:cond delay="0"/>
                                  </p:stCondLst>
                                  <p:childTnLst>
                                    <p:animClr clrSpc="rgb" dir="cw">
                                      <p:cBhvr override="childStyle">
                                        <p:cTn id="22" dur="500" fill="hold"/>
                                        <p:tgtEl>
                                          <p:spTgt spid="56"/>
                                        </p:tgtEl>
                                        <p:attrNameLst>
                                          <p:attrName>style.color</p:attrName>
                                        </p:attrNameLst>
                                      </p:cBhvr>
                                      <p:to>
                                        <a:srgbClr val="4E8F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44" grpId="0"/>
      <p:bldP spid="47" grpId="0"/>
      <p:bldP spid="56" grpId="0"/>
      <p:bldP spid="71" grpId="0"/>
      <p:bldP spid="8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80D66-11D6-7C73-2EF8-829FDB1771EB}"/>
              </a:ext>
            </a:extLst>
          </p:cNvPr>
          <p:cNvSpPr>
            <a:spLocks noGrp="1"/>
          </p:cNvSpPr>
          <p:nvPr>
            <p:ph type="title"/>
          </p:nvPr>
        </p:nvSpPr>
        <p:spPr/>
        <p:txBody>
          <a:bodyPr>
            <a:normAutofit/>
          </a:bodyPr>
          <a:lstStyle/>
          <a:p>
            <a:r>
              <a:rPr lang="en-US" sz="4000" b="1">
                <a:solidFill>
                  <a:schemeClr val="accent1"/>
                </a:solidFill>
              </a:rPr>
              <a:t>Variant annotation: how to know if a variant is functional // LOSS-OF-FUNCTION</a:t>
            </a:r>
          </a:p>
        </p:txBody>
      </p:sp>
      <p:sp>
        <p:nvSpPr>
          <p:cNvPr id="3" name="Content Placeholder 2">
            <a:extLst>
              <a:ext uri="{FF2B5EF4-FFF2-40B4-BE49-F238E27FC236}">
                <a16:creationId xmlns:a16="http://schemas.microsoft.com/office/drawing/2014/main" id="{7CB60586-3EE6-19B1-F9A1-64413D29EB36}"/>
              </a:ext>
            </a:extLst>
          </p:cNvPr>
          <p:cNvSpPr>
            <a:spLocks noGrp="1"/>
          </p:cNvSpPr>
          <p:nvPr>
            <p:ph idx="1"/>
          </p:nvPr>
        </p:nvSpPr>
        <p:spPr/>
        <p:txBody>
          <a:bodyPr/>
          <a:lstStyle/>
          <a:p>
            <a:r>
              <a:rPr lang="en-US" sz="2400"/>
              <a:t>Predicted loss of function (pLOF) variants includes deletions, stopgain, frameshift, and canonical splice site disruption</a:t>
            </a:r>
          </a:p>
          <a:p>
            <a:r>
              <a:rPr lang="en-US" sz="2400"/>
              <a:t>Variants with these consequences are expected to completely prevent the gene from making its functional gene product</a:t>
            </a:r>
          </a:p>
          <a:p>
            <a:r>
              <a:rPr lang="en-US" sz="2400"/>
              <a:t>These are considered very high impact and are almost always going to be ‘qualified variants’ when you want to evaluate whether disturbed gene function is associated with any biological or clinical outcomes</a:t>
            </a:r>
          </a:p>
          <a:p>
            <a:endParaRPr lang="en-US"/>
          </a:p>
        </p:txBody>
      </p:sp>
      <p:pic>
        <p:nvPicPr>
          <p:cNvPr id="5" name="Picture 4" descr="KO cell lines were confirmed by western blot. (a) Western blots of... |  Download Scientific Diagram">
            <a:extLst>
              <a:ext uri="{FF2B5EF4-FFF2-40B4-BE49-F238E27FC236}">
                <a16:creationId xmlns:a16="http://schemas.microsoft.com/office/drawing/2014/main" id="{4DBFA4BA-048A-C107-2770-87368A2C53A8}"/>
              </a:ext>
            </a:extLst>
          </p:cNvPr>
          <p:cNvPicPr>
            <a:picLocks noChangeAspect="1"/>
          </p:cNvPicPr>
          <p:nvPr/>
        </p:nvPicPr>
        <p:blipFill>
          <a:blip r:embed="rId3"/>
          <a:stretch>
            <a:fillRect/>
          </a:stretch>
        </p:blipFill>
        <p:spPr>
          <a:xfrm>
            <a:off x="790206" y="4639344"/>
            <a:ext cx="2458773" cy="1783080"/>
          </a:xfrm>
          <a:prstGeom prst="rect">
            <a:avLst/>
          </a:prstGeom>
        </p:spPr>
      </p:pic>
      <p:pic>
        <p:nvPicPr>
          <p:cNvPr id="9" name="Picture 8">
            <a:extLst>
              <a:ext uri="{FF2B5EF4-FFF2-40B4-BE49-F238E27FC236}">
                <a16:creationId xmlns:a16="http://schemas.microsoft.com/office/drawing/2014/main" id="{5096F119-43AA-134D-E877-696FD7859B51}"/>
              </a:ext>
            </a:extLst>
          </p:cNvPr>
          <p:cNvPicPr>
            <a:picLocks noChangeAspect="1"/>
          </p:cNvPicPr>
          <p:nvPr/>
        </p:nvPicPr>
        <p:blipFill>
          <a:blip r:embed="rId4"/>
          <a:stretch>
            <a:fillRect/>
          </a:stretch>
        </p:blipFill>
        <p:spPr>
          <a:xfrm>
            <a:off x="7750374" y="4639344"/>
            <a:ext cx="2847340" cy="1532255"/>
          </a:xfrm>
          <a:prstGeom prst="rect">
            <a:avLst/>
          </a:prstGeom>
        </p:spPr>
      </p:pic>
      <p:pic>
        <p:nvPicPr>
          <p:cNvPr id="10" name="Picture 9" descr="Sanger sequencing chromatograms showing the c.474‐478dupGTCTT variant... |  Download Scientific Diagram">
            <a:extLst>
              <a:ext uri="{FF2B5EF4-FFF2-40B4-BE49-F238E27FC236}">
                <a16:creationId xmlns:a16="http://schemas.microsoft.com/office/drawing/2014/main" id="{5D510421-3404-0244-24EC-9AC04582B6FC}"/>
              </a:ext>
            </a:extLst>
          </p:cNvPr>
          <p:cNvPicPr>
            <a:picLocks noChangeAspect="1"/>
          </p:cNvPicPr>
          <p:nvPr/>
        </p:nvPicPr>
        <p:blipFill>
          <a:blip r:embed="rId5"/>
          <a:stretch>
            <a:fillRect/>
          </a:stretch>
        </p:blipFill>
        <p:spPr>
          <a:xfrm>
            <a:off x="5042486" y="4614528"/>
            <a:ext cx="2423795" cy="1757714"/>
          </a:xfrm>
          <a:prstGeom prst="rect">
            <a:avLst/>
          </a:prstGeom>
        </p:spPr>
      </p:pic>
      <p:pic>
        <p:nvPicPr>
          <p:cNvPr id="11" name="Picture 10" descr="IL-12 drives the differentiation of human T follicular regulatory cells |  Science Immunology">
            <a:extLst>
              <a:ext uri="{FF2B5EF4-FFF2-40B4-BE49-F238E27FC236}">
                <a16:creationId xmlns:a16="http://schemas.microsoft.com/office/drawing/2014/main" id="{DC79EC7F-220C-581B-64FF-7E1F964F1E89}"/>
              </a:ext>
            </a:extLst>
          </p:cNvPr>
          <p:cNvPicPr>
            <a:picLocks noChangeAspect="1"/>
          </p:cNvPicPr>
          <p:nvPr/>
        </p:nvPicPr>
        <p:blipFill>
          <a:blip r:embed="rId6"/>
          <a:srcRect t="69792" r="75571"/>
          <a:stretch>
            <a:fillRect/>
          </a:stretch>
        </p:blipFill>
        <p:spPr>
          <a:xfrm>
            <a:off x="3533072" y="4664710"/>
            <a:ext cx="1024174" cy="1657350"/>
          </a:xfrm>
          <a:prstGeom prst="rect">
            <a:avLst/>
          </a:prstGeom>
        </p:spPr>
      </p:pic>
    </p:spTree>
    <p:extLst>
      <p:ext uri="{BB962C8B-B14F-4D97-AF65-F5344CB8AC3E}">
        <p14:creationId xmlns:p14="http://schemas.microsoft.com/office/powerpoint/2010/main" val="11256330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84F9C12-87CF-D924-C13E-13C8BDCD7A3F}"/>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a:solidFill>
                  <a:schemeClr val="accent1"/>
                </a:solidFill>
              </a:rPr>
              <a:t>Variant annotation: how to know if a variant is functional // SPLICE SITE</a:t>
            </a:r>
          </a:p>
        </p:txBody>
      </p:sp>
      <p:sp>
        <p:nvSpPr>
          <p:cNvPr id="5" name="Content Placeholder 2">
            <a:extLst>
              <a:ext uri="{FF2B5EF4-FFF2-40B4-BE49-F238E27FC236}">
                <a16:creationId xmlns:a16="http://schemas.microsoft.com/office/drawing/2014/main" id="{A61A1936-F4EA-00B5-46A2-B7D0B78D4614}"/>
              </a:ext>
            </a:extLst>
          </p:cNvPr>
          <p:cNvSpPr>
            <a:spLocks noGrp="1"/>
          </p:cNvSpPr>
          <p:nvPr>
            <p:ph idx="1"/>
          </p:nvPr>
        </p:nvSpPr>
        <p:spPr>
          <a:xfrm>
            <a:off x="838200" y="1825625"/>
            <a:ext cx="10515600" cy="4351338"/>
          </a:xfrm>
        </p:spPr>
        <p:txBody>
          <a:bodyPr/>
          <a:lstStyle/>
          <a:p>
            <a:r>
              <a:rPr lang="en-US" sz="2400"/>
              <a:t>SpliceAI</a:t>
            </a:r>
          </a:p>
          <a:p>
            <a:r>
              <a:rPr lang="en-US" sz="2400"/>
              <a:t>Calculates the difference in predicted spliceosome affinity and recognition for the the reference and variant sequences; a large difference is expected to result in the variant out-competing the reference sequence</a:t>
            </a:r>
          </a:p>
          <a:p>
            <a:pPr lvl="1"/>
            <a:r>
              <a:rPr lang="en-US" sz="2000"/>
              <a:t>A variant that out-competes the reference sequence can lead to exon skipping, exon truncation, intron retention, or pseudoexon inclusion</a:t>
            </a:r>
          </a:p>
          <a:p>
            <a:pPr lvl="1"/>
            <a:r>
              <a:rPr lang="en-US" sz="2000"/>
              <a:t>Any of these effects is considered as severe as a pLOF variant</a:t>
            </a:r>
          </a:p>
          <a:p>
            <a:endParaRPr lang="en-US" sz="2400"/>
          </a:p>
          <a:p>
            <a:endParaRPr lang="en-US"/>
          </a:p>
          <a:p>
            <a:endParaRPr lang="en-US"/>
          </a:p>
        </p:txBody>
      </p:sp>
      <p:sp>
        <p:nvSpPr>
          <p:cNvPr id="6" name="TextBox 5">
            <a:extLst>
              <a:ext uri="{FF2B5EF4-FFF2-40B4-BE49-F238E27FC236}">
                <a16:creationId xmlns:a16="http://schemas.microsoft.com/office/drawing/2014/main" id="{41A57AFF-455A-8D0F-4EB7-352AEA3804C9}"/>
              </a:ext>
            </a:extLst>
          </p:cNvPr>
          <p:cNvSpPr txBox="1"/>
          <p:nvPr/>
        </p:nvSpPr>
        <p:spPr>
          <a:xfrm>
            <a:off x="414728" y="6031210"/>
            <a:ext cx="11362544" cy="461665"/>
          </a:xfrm>
          <a:prstGeom prst="rect">
            <a:avLst/>
          </a:prstGeom>
          <a:noFill/>
        </p:spPr>
        <p:txBody>
          <a:bodyPr wrap="square">
            <a:spAutoFit/>
          </a:bodyPr>
          <a:lstStyle/>
          <a:p>
            <a:r>
              <a:rPr lang="en-US" sz="1200" b="0" i="0">
                <a:solidFill>
                  <a:schemeClr val="tx1"/>
                </a:solidFill>
                <a:effectLst/>
                <a:latin typeface="+mn-lt"/>
              </a:rPr>
              <a:t>Jaganathan K et al. Predicting Splicing from Primary Sequence with Deep Learning. Cell. 2019 Jan 24;176(3):535-548.e24. doi: 10.1016/j.cell.2018.12.015. Epub 2019 Jan 17. PMID: 30661751</a:t>
            </a:r>
            <a:r>
              <a:rPr lang="en-US" sz="1200"/>
              <a:t>. </a:t>
            </a:r>
            <a:r>
              <a:rPr lang="en-US" sz="1200">
                <a:hlinkClick r:id="rId2"/>
              </a:rPr>
              <a:t>https://pubmed.ncbi.nlm.nih.gov/30661751/</a:t>
            </a:r>
            <a:r>
              <a:rPr lang="en-US" sz="1200"/>
              <a:t> </a:t>
            </a:r>
          </a:p>
        </p:txBody>
      </p:sp>
      <p:pic>
        <p:nvPicPr>
          <p:cNvPr id="7" name="Picture 6" descr="Graphical abstract undfig1">
            <a:extLst>
              <a:ext uri="{FF2B5EF4-FFF2-40B4-BE49-F238E27FC236}">
                <a16:creationId xmlns:a16="http://schemas.microsoft.com/office/drawing/2014/main" id="{AFE4227D-051F-99C2-1577-291AB67A1E1C}"/>
              </a:ext>
            </a:extLst>
          </p:cNvPr>
          <p:cNvPicPr>
            <a:picLocks noChangeAspect="1"/>
          </p:cNvPicPr>
          <p:nvPr/>
        </p:nvPicPr>
        <p:blipFill>
          <a:blip r:embed="rId3"/>
          <a:srcRect t="32958" b="31696"/>
          <a:stretch>
            <a:fillRect/>
          </a:stretch>
        </p:blipFill>
        <p:spPr>
          <a:xfrm>
            <a:off x="3721100" y="4482059"/>
            <a:ext cx="4000978" cy="1414214"/>
          </a:xfrm>
          <a:prstGeom prst="rect">
            <a:avLst/>
          </a:prstGeom>
        </p:spPr>
      </p:pic>
    </p:spTree>
    <p:extLst>
      <p:ext uri="{BB962C8B-B14F-4D97-AF65-F5344CB8AC3E}">
        <p14:creationId xmlns:p14="http://schemas.microsoft.com/office/powerpoint/2010/main" val="42611579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3A59E1D-5C88-EC57-39F9-62C155821ACC}"/>
              </a:ext>
            </a:extLst>
          </p:cNvPr>
          <p:cNvSpPr>
            <a:spLocks noGrp="1"/>
          </p:cNvSpPr>
          <p:nvPr>
            <p:ph type="title"/>
          </p:nvPr>
        </p:nvSpPr>
        <p:spPr>
          <a:xfrm>
            <a:off x="838200" y="365125"/>
            <a:ext cx="10515600" cy="1325563"/>
          </a:xfrm>
        </p:spPr>
        <p:txBody>
          <a:bodyPr>
            <a:normAutofit/>
          </a:bodyPr>
          <a:lstStyle/>
          <a:p>
            <a:r>
              <a:rPr lang="en-US" sz="4000" b="1">
                <a:solidFill>
                  <a:schemeClr val="accent1"/>
                </a:solidFill>
              </a:rPr>
              <a:t>Variant annotation: how to know if a variant is functional // MISSENSE</a:t>
            </a:r>
          </a:p>
        </p:txBody>
      </p:sp>
      <p:sp>
        <p:nvSpPr>
          <p:cNvPr id="5" name="Content Placeholder 2">
            <a:extLst>
              <a:ext uri="{FF2B5EF4-FFF2-40B4-BE49-F238E27FC236}">
                <a16:creationId xmlns:a16="http://schemas.microsoft.com/office/drawing/2014/main" id="{9A58F56D-2DA4-5062-D61C-69750F4CCDEB}"/>
              </a:ext>
            </a:extLst>
          </p:cNvPr>
          <p:cNvSpPr>
            <a:spLocks noGrp="1"/>
          </p:cNvSpPr>
          <p:nvPr>
            <p:ph idx="1"/>
          </p:nvPr>
        </p:nvSpPr>
        <p:spPr>
          <a:xfrm>
            <a:off x="838200" y="1789530"/>
            <a:ext cx="10515600" cy="4887996"/>
          </a:xfrm>
        </p:spPr>
        <p:txBody>
          <a:bodyPr>
            <a:normAutofit lnSpcReduction="10000"/>
          </a:bodyPr>
          <a:lstStyle/>
          <a:p>
            <a:r>
              <a:rPr lang="en-US" sz="2400"/>
              <a:t>Missense variants change one amino acid of a protein-coding gene</a:t>
            </a:r>
          </a:p>
          <a:p>
            <a:pPr lvl="1"/>
            <a:r>
              <a:rPr lang="en-US" sz="2000"/>
              <a:t>folding and structure</a:t>
            </a:r>
          </a:p>
          <a:p>
            <a:pPr lvl="1"/>
            <a:r>
              <a:rPr lang="en-US" sz="2000"/>
              <a:t>function of an active site or binding interface</a:t>
            </a:r>
          </a:p>
          <a:p>
            <a:pPr lvl="1"/>
            <a:r>
              <a:rPr lang="en-US" sz="2000"/>
              <a:t>stability of the protein</a:t>
            </a:r>
          </a:p>
          <a:p>
            <a:pPr lvl="1"/>
            <a:r>
              <a:rPr lang="en-US" sz="2000"/>
              <a:t>capacity for post-translational modifications or proper targeting</a:t>
            </a:r>
          </a:p>
          <a:p>
            <a:r>
              <a:rPr lang="en-US" sz="2400"/>
              <a:t>Many missense variants are compatible with normal function and some are very common, but other missense variants will create a non-functional or unstable protein</a:t>
            </a:r>
          </a:p>
          <a:p>
            <a:r>
              <a:rPr lang="en-US" sz="2400"/>
              <a:t>There are many bioinformatics algorithms designed to predict the deleteriousness or damaging-ness of a missense substitution</a:t>
            </a:r>
          </a:p>
          <a:p>
            <a:pPr lvl="1"/>
            <a:r>
              <a:rPr lang="en-US" sz="2000"/>
              <a:t>SIFT, PolyPhen, REVEL, PrimateAI, AlphaMissense, VEST4, FATHMM</a:t>
            </a:r>
          </a:p>
          <a:p>
            <a:r>
              <a:rPr lang="en-US" sz="2400"/>
              <a:t>As a class, this category needs to be filtered into predicted-damaging and predicted-tolerated. The predicted damaging subset are typically going to be qualified for a burden test or other genotype-phenotype study</a:t>
            </a:r>
          </a:p>
          <a:p>
            <a:endParaRPr lang="en-US"/>
          </a:p>
        </p:txBody>
      </p:sp>
    </p:spTree>
    <p:extLst>
      <p:ext uri="{BB962C8B-B14F-4D97-AF65-F5344CB8AC3E}">
        <p14:creationId xmlns:p14="http://schemas.microsoft.com/office/powerpoint/2010/main" val="2617340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B1A1C-5E3B-A627-21C8-117F505F50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FDB5D4-6CF6-06FD-A4B7-7F6D8FBEE133}"/>
              </a:ext>
            </a:extLst>
          </p:cNvPr>
          <p:cNvSpPr>
            <a:spLocks noGrp="1"/>
          </p:cNvSpPr>
          <p:nvPr>
            <p:ph type="title"/>
          </p:nvPr>
        </p:nvSpPr>
        <p:spPr/>
        <p:txBody>
          <a:bodyPr>
            <a:normAutofit/>
          </a:bodyPr>
          <a:lstStyle/>
          <a:p>
            <a:r>
              <a:rPr lang="en-US" sz="4000" b="1">
                <a:solidFill>
                  <a:schemeClr val="accent1"/>
                </a:solidFill>
              </a:rPr>
              <a:t>Variant annotation: how to know if a variant is functional // MISSENSE</a:t>
            </a:r>
          </a:p>
        </p:txBody>
      </p:sp>
      <p:sp>
        <p:nvSpPr>
          <p:cNvPr id="3" name="Content Placeholder 2">
            <a:extLst>
              <a:ext uri="{FF2B5EF4-FFF2-40B4-BE49-F238E27FC236}">
                <a16:creationId xmlns:a16="http://schemas.microsoft.com/office/drawing/2014/main" id="{0489ED1B-953C-1D90-D002-51ED3A1683C6}"/>
              </a:ext>
            </a:extLst>
          </p:cNvPr>
          <p:cNvSpPr>
            <a:spLocks noGrp="1"/>
          </p:cNvSpPr>
          <p:nvPr>
            <p:ph idx="1"/>
          </p:nvPr>
        </p:nvSpPr>
        <p:spPr>
          <a:xfrm>
            <a:off x="838200" y="1789530"/>
            <a:ext cx="5257800" cy="3786811"/>
          </a:xfrm>
        </p:spPr>
        <p:txBody>
          <a:bodyPr>
            <a:normAutofit fontScale="92500" lnSpcReduction="10000"/>
          </a:bodyPr>
          <a:lstStyle/>
          <a:p>
            <a:r>
              <a:rPr lang="en-US" sz="2400"/>
              <a:t>AlphaMissense</a:t>
            </a:r>
          </a:p>
          <a:p>
            <a:r>
              <a:rPr lang="en-US" sz="2400"/>
              <a:t>Deep learning model that predicts the pathogenicity of missense variants by learning patterns from protein sequence, structure, and evolutionary conservation across species, </a:t>
            </a:r>
          </a:p>
          <a:p>
            <a:r>
              <a:rPr lang="en-US" sz="2400"/>
              <a:t>Outputs a score that classifies variants as likely benign, likely pathogenic, or uncertain based on comparison between the variant and the reference amino acid</a:t>
            </a:r>
          </a:p>
          <a:p>
            <a:r>
              <a:rPr lang="en-US" sz="2400"/>
              <a:t>Many other algorithms also exist</a:t>
            </a:r>
          </a:p>
          <a:p>
            <a:endParaRPr lang="en-US"/>
          </a:p>
        </p:txBody>
      </p:sp>
      <p:sp>
        <p:nvSpPr>
          <p:cNvPr id="5" name="TextBox 4">
            <a:extLst>
              <a:ext uri="{FF2B5EF4-FFF2-40B4-BE49-F238E27FC236}">
                <a16:creationId xmlns:a16="http://schemas.microsoft.com/office/drawing/2014/main" id="{075EBEA3-2C65-1216-AA47-FE96C18D3586}"/>
              </a:ext>
            </a:extLst>
          </p:cNvPr>
          <p:cNvSpPr txBox="1"/>
          <p:nvPr/>
        </p:nvSpPr>
        <p:spPr>
          <a:xfrm>
            <a:off x="262328" y="6053376"/>
            <a:ext cx="11929672" cy="461665"/>
          </a:xfrm>
          <a:prstGeom prst="rect">
            <a:avLst/>
          </a:prstGeom>
          <a:noFill/>
        </p:spPr>
        <p:txBody>
          <a:bodyPr wrap="square">
            <a:spAutoFit/>
          </a:bodyPr>
          <a:lstStyle/>
          <a:p>
            <a:r>
              <a:rPr lang="en-US" sz="1200"/>
              <a:t>Cheng J, et al. Accurate proteome-wide missense variant effect prediction with AlphaMissense. Science. 2023 Sep 22;381(6664):eadg7492. </a:t>
            </a:r>
            <a:r>
              <a:rPr lang="en-US" sz="1200">
                <a:hlinkClick r:id="rId2"/>
              </a:rPr>
              <a:t>https://www.science.org/doi/10.1126/science.adg7492</a:t>
            </a:r>
            <a:r>
              <a:rPr lang="en-US" sz="1200"/>
              <a:t> </a:t>
            </a:r>
          </a:p>
        </p:txBody>
      </p:sp>
      <p:pic>
        <p:nvPicPr>
          <p:cNvPr id="7" name="Picture 6">
            <a:extLst>
              <a:ext uri="{FF2B5EF4-FFF2-40B4-BE49-F238E27FC236}">
                <a16:creationId xmlns:a16="http://schemas.microsoft.com/office/drawing/2014/main" id="{1E5C0B6F-6F8A-E28F-E7B2-FC99377E8768}"/>
              </a:ext>
            </a:extLst>
          </p:cNvPr>
          <p:cNvPicPr>
            <a:picLocks noChangeAspect="1"/>
          </p:cNvPicPr>
          <p:nvPr/>
        </p:nvPicPr>
        <p:blipFill>
          <a:blip r:embed="rId3"/>
          <a:srcRect t="26007" b="29383"/>
          <a:stretch>
            <a:fillRect/>
          </a:stretch>
        </p:blipFill>
        <p:spPr>
          <a:xfrm>
            <a:off x="6467207" y="2167723"/>
            <a:ext cx="5554475" cy="3127244"/>
          </a:xfrm>
          <a:prstGeom prst="rect">
            <a:avLst/>
          </a:prstGeom>
        </p:spPr>
      </p:pic>
    </p:spTree>
    <p:extLst>
      <p:ext uri="{BB962C8B-B14F-4D97-AF65-F5344CB8AC3E}">
        <p14:creationId xmlns:p14="http://schemas.microsoft.com/office/powerpoint/2010/main" val="27226012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4A7B8-FBE5-D8EC-AE77-79F80C4A36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D13913-800F-E5F4-FB80-875A4B2F83D0}"/>
              </a:ext>
            </a:extLst>
          </p:cNvPr>
          <p:cNvSpPr>
            <a:spLocks noGrp="1"/>
          </p:cNvSpPr>
          <p:nvPr>
            <p:ph type="title"/>
          </p:nvPr>
        </p:nvSpPr>
        <p:spPr/>
        <p:txBody>
          <a:bodyPr>
            <a:normAutofit/>
          </a:bodyPr>
          <a:lstStyle/>
          <a:p>
            <a:r>
              <a:rPr lang="en-US" sz="4000" b="1" dirty="0">
                <a:solidFill>
                  <a:schemeClr val="accent1"/>
                </a:solidFill>
              </a:rPr>
              <a:t>Principles of rare genetic disease association</a:t>
            </a:r>
          </a:p>
        </p:txBody>
      </p:sp>
      <p:pic>
        <p:nvPicPr>
          <p:cNvPr id="5" name="Picture 4" descr="Individuals must have two copies of the mutated gene to display an autosomal recessive condition. Heterozygous individuals (carriers) can transmit the allele to offspring but are not themselves affected.">
            <a:extLst>
              <a:ext uri="{FF2B5EF4-FFF2-40B4-BE49-F238E27FC236}">
                <a16:creationId xmlns:a16="http://schemas.microsoft.com/office/drawing/2014/main" id="{1B6D1C37-8EFA-D32D-0739-5A828C5AB610}"/>
              </a:ext>
            </a:extLst>
          </p:cNvPr>
          <p:cNvPicPr>
            <a:picLocks noChangeAspect="1"/>
          </p:cNvPicPr>
          <p:nvPr/>
        </p:nvPicPr>
        <p:blipFill>
          <a:blip r:embed="rId2"/>
          <a:srcRect l="51592" t="12977"/>
          <a:stretch>
            <a:fillRect/>
          </a:stretch>
        </p:blipFill>
        <p:spPr>
          <a:xfrm>
            <a:off x="623454" y="2054603"/>
            <a:ext cx="2514600" cy="2748794"/>
          </a:xfrm>
          <a:prstGeom prst="rect">
            <a:avLst/>
          </a:prstGeom>
        </p:spPr>
      </p:pic>
      <p:sp>
        <p:nvSpPr>
          <p:cNvPr id="6" name="TextBox 5">
            <a:extLst>
              <a:ext uri="{FF2B5EF4-FFF2-40B4-BE49-F238E27FC236}">
                <a16:creationId xmlns:a16="http://schemas.microsoft.com/office/drawing/2014/main" id="{B930BFCD-5877-19FC-E006-2BF478E7C83F}"/>
              </a:ext>
            </a:extLst>
          </p:cNvPr>
          <p:cNvSpPr txBox="1"/>
          <p:nvPr/>
        </p:nvSpPr>
        <p:spPr>
          <a:xfrm>
            <a:off x="623454" y="4803397"/>
            <a:ext cx="2468946" cy="369332"/>
          </a:xfrm>
          <a:prstGeom prst="rect">
            <a:avLst/>
          </a:prstGeom>
          <a:noFill/>
        </p:spPr>
        <p:txBody>
          <a:bodyPr wrap="none" rtlCol="0">
            <a:spAutoFit/>
          </a:bodyPr>
          <a:lstStyle/>
          <a:p>
            <a:r>
              <a:rPr lang="en-US" dirty="0"/>
              <a:t>25%	50%	25%</a:t>
            </a:r>
          </a:p>
        </p:txBody>
      </p:sp>
      <p:sp>
        <p:nvSpPr>
          <p:cNvPr id="7" name="Right Bracket 6">
            <a:extLst>
              <a:ext uri="{FF2B5EF4-FFF2-40B4-BE49-F238E27FC236}">
                <a16:creationId xmlns:a16="http://schemas.microsoft.com/office/drawing/2014/main" id="{D3C2B284-CA1C-E044-7FA6-F292246D02AA}"/>
              </a:ext>
            </a:extLst>
          </p:cNvPr>
          <p:cNvSpPr/>
          <p:nvPr/>
        </p:nvSpPr>
        <p:spPr>
          <a:xfrm rot="5400000">
            <a:off x="1803404" y="4087908"/>
            <a:ext cx="71877" cy="1107802"/>
          </a:xfrm>
          <a:prstGeom prst="rightBracket">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 name="Rounded Rectangle 2">
            <a:extLst>
              <a:ext uri="{FF2B5EF4-FFF2-40B4-BE49-F238E27FC236}">
                <a16:creationId xmlns:a16="http://schemas.microsoft.com/office/drawing/2014/main" id="{352A9421-068E-BD26-24BC-0368DE9F3B31}"/>
              </a:ext>
            </a:extLst>
          </p:cNvPr>
          <p:cNvSpPr/>
          <p:nvPr/>
        </p:nvSpPr>
        <p:spPr>
          <a:xfrm>
            <a:off x="2452255" y="3429000"/>
            <a:ext cx="691543" cy="1743729"/>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2">
            <a:extLst>
              <a:ext uri="{FF2B5EF4-FFF2-40B4-BE49-F238E27FC236}">
                <a16:creationId xmlns:a16="http://schemas.microsoft.com/office/drawing/2014/main" id="{0C7DFC91-37F7-EA78-A172-51EC4DE6C77F}"/>
              </a:ext>
            </a:extLst>
          </p:cNvPr>
          <p:cNvSpPr>
            <a:spLocks noGrp="1"/>
          </p:cNvSpPr>
          <p:nvPr>
            <p:ph idx="1"/>
          </p:nvPr>
        </p:nvSpPr>
        <p:spPr>
          <a:xfrm>
            <a:off x="3466396" y="1525439"/>
            <a:ext cx="8102150" cy="4943624"/>
          </a:xfrm>
        </p:spPr>
        <p:txBody>
          <a:bodyPr>
            <a:normAutofit/>
          </a:bodyPr>
          <a:lstStyle/>
          <a:p>
            <a:pPr marL="342900" indent="-342900">
              <a:lnSpc>
                <a:spcPct val="100000"/>
              </a:lnSpc>
              <a:buFont typeface="+mj-lt"/>
              <a:buAutoNum type="arabicPeriod"/>
            </a:pPr>
            <a:r>
              <a:rPr lang="en-US" sz="2400" dirty="0"/>
              <a:t>The causal variant must be rare</a:t>
            </a:r>
          </a:p>
          <a:p>
            <a:pPr marL="342900" indent="-342900">
              <a:lnSpc>
                <a:spcPct val="100000"/>
              </a:lnSpc>
              <a:buFont typeface="+mj-lt"/>
              <a:buAutoNum type="arabicPeriod"/>
            </a:pPr>
            <a:r>
              <a:rPr lang="en-US" sz="2400" dirty="0"/>
              <a:t>The causal variant must be more common in affected cases than it is in unaffected controls</a:t>
            </a:r>
          </a:p>
          <a:p>
            <a:pPr lvl="1">
              <a:lnSpc>
                <a:spcPct val="100000"/>
              </a:lnSpc>
            </a:pPr>
            <a:r>
              <a:rPr lang="en-US" sz="2000" dirty="0"/>
              <a:t>If there is family genetic data available, the causal variant should segregate with the trait in that family</a:t>
            </a:r>
          </a:p>
          <a:p>
            <a:pPr marL="342900" indent="-342900">
              <a:lnSpc>
                <a:spcPct val="100000"/>
              </a:lnSpc>
              <a:buFont typeface="+mj-lt"/>
              <a:buAutoNum type="arabicPeriod"/>
            </a:pPr>
            <a:r>
              <a:rPr lang="en-US" sz="2400" dirty="0"/>
              <a:t>The variant must have a functional effect on biology different from the reference</a:t>
            </a:r>
          </a:p>
          <a:p>
            <a:pPr lvl="1">
              <a:lnSpc>
                <a:spcPct val="100000"/>
              </a:lnSpc>
            </a:pPr>
            <a:r>
              <a:rPr lang="en-US" sz="2000" dirty="0"/>
              <a:t>Bioinformatics predictions, experimental assays</a:t>
            </a:r>
          </a:p>
          <a:p>
            <a:pPr marL="342900" indent="-342900">
              <a:lnSpc>
                <a:spcPct val="100000"/>
              </a:lnSpc>
              <a:buFont typeface="+mj-lt"/>
              <a:buAutoNum type="arabicPeriod"/>
            </a:pPr>
            <a:r>
              <a:rPr lang="en-US" sz="2400" dirty="0"/>
              <a:t>A second, independent line of evidence also supports the gene-disease relationship</a:t>
            </a:r>
          </a:p>
          <a:p>
            <a:pPr lvl="1">
              <a:lnSpc>
                <a:spcPct val="100000"/>
              </a:lnSpc>
            </a:pPr>
            <a:r>
              <a:rPr lang="en-US" sz="2000" dirty="0"/>
              <a:t>Other families or studies, animal models</a:t>
            </a:r>
          </a:p>
          <a:p>
            <a:pPr marL="342900" indent="-342900">
              <a:lnSpc>
                <a:spcPct val="100000"/>
              </a:lnSpc>
              <a:buFont typeface="+mj-lt"/>
              <a:buAutoNum type="arabicPeriod"/>
            </a:pPr>
            <a:endParaRPr lang="en-US" sz="2000" dirty="0"/>
          </a:p>
        </p:txBody>
      </p:sp>
      <p:sp>
        <p:nvSpPr>
          <p:cNvPr id="10" name="TextBox 9">
            <a:extLst>
              <a:ext uri="{FF2B5EF4-FFF2-40B4-BE49-F238E27FC236}">
                <a16:creationId xmlns:a16="http://schemas.microsoft.com/office/drawing/2014/main" id="{AC3657EF-0336-D36B-ECB1-B00528052877}"/>
              </a:ext>
            </a:extLst>
          </p:cNvPr>
          <p:cNvSpPr txBox="1"/>
          <p:nvPr/>
        </p:nvSpPr>
        <p:spPr>
          <a:xfrm>
            <a:off x="264442" y="6238230"/>
            <a:ext cx="11663115" cy="461665"/>
          </a:xfrm>
          <a:prstGeom prst="rect">
            <a:avLst/>
          </a:prstGeom>
          <a:noFill/>
        </p:spPr>
        <p:txBody>
          <a:bodyPr wrap="square">
            <a:spAutoFit/>
          </a:bodyPr>
          <a:lstStyle/>
          <a:p>
            <a:r>
              <a:rPr lang="en-US" sz="1200" b="0" i="0" dirty="0">
                <a:solidFill>
                  <a:schemeClr val="tx1"/>
                </a:solidFill>
                <a:effectLst/>
                <a:latin typeface="+mn-lt"/>
              </a:rPr>
              <a:t>Strande NT, et al. Evaluating the Clinical Validity of Gene-Disease Associations: An Evidence-Based Framework Developed by the Clinical Genome Resource. Am J Hum Genet. 2017 Jun 1;100(6):895-906. </a:t>
            </a:r>
            <a:r>
              <a:rPr lang="en-US" sz="1200" b="0" i="0" dirty="0" err="1">
                <a:solidFill>
                  <a:schemeClr val="tx1"/>
                </a:solidFill>
                <a:effectLst/>
                <a:latin typeface="+mn-lt"/>
              </a:rPr>
              <a:t>doi</a:t>
            </a:r>
            <a:r>
              <a:rPr lang="en-US" sz="1200" b="0" i="0" dirty="0">
                <a:solidFill>
                  <a:schemeClr val="tx1"/>
                </a:solidFill>
                <a:effectLst/>
                <a:latin typeface="+mn-lt"/>
              </a:rPr>
              <a:t>: 10.1016/j.ajhg.2017.04.015. </a:t>
            </a:r>
            <a:r>
              <a:rPr lang="en-US" sz="1200" b="0" i="0" dirty="0" err="1">
                <a:solidFill>
                  <a:schemeClr val="tx1"/>
                </a:solidFill>
                <a:effectLst/>
                <a:latin typeface="+mn-lt"/>
              </a:rPr>
              <a:t>Epub</a:t>
            </a:r>
            <a:r>
              <a:rPr lang="en-US" sz="1200" b="0" i="0" dirty="0">
                <a:solidFill>
                  <a:schemeClr val="tx1"/>
                </a:solidFill>
                <a:effectLst/>
                <a:latin typeface="+mn-lt"/>
              </a:rPr>
              <a:t> 2017 May 25. </a:t>
            </a:r>
            <a:r>
              <a:rPr lang="en-US" sz="1200" dirty="0">
                <a:hlinkClick r:id="rId3"/>
              </a:rPr>
              <a:t>https://pmc.ncbi.nlm.nih.gov/articles/PMC5473734/</a:t>
            </a:r>
            <a:r>
              <a:rPr lang="en-US" sz="1200" dirty="0"/>
              <a:t> </a:t>
            </a:r>
          </a:p>
        </p:txBody>
      </p:sp>
    </p:spTree>
    <p:extLst>
      <p:ext uri="{BB962C8B-B14F-4D97-AF65-F5344CB8AC3E}">
        <p14:creationId xmlns:p14="http://schemas.microsoft.com/office/powerpoint/2010/main" val="1703254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8">
                                            <p:txEl>
                                              <p:pRg st="3" end="3"/>
                                            </p:txEl>
                                          </p:spTgt>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8">
                                            <p:txEl>
                                              <p:pRg st="4" end="4"/>
                                            </p:txEl>
                                          </p:spTgt>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8">
                                            <p:txEl>
                                              <p:pRg st="5" end="5"/>
                                            </p:txEl>
                                          </p:spTgt>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8">
                                            <p:txEl>
                                              <p:pRg st="6" end="6"/>
                                            </p:txEl>
                                          </p:spTgt>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8">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46B70-350D-565A-1281-63031149329F}"/>
              </a:ext>
            </a:extLst>
          </p:cNvPr>
          <p:cNvSpPr>
            <a:spLocks noGrp="1"/>
          </p:cNvSpPr>
          <p:nvPr>
            <p:ph type="title"/>
          </p:nvPr>
        </p:nvSpPr>
        <p:spPr/>
        <p:txBody>
          <a:bodyPr>
            <a:normAutofit/>
          </a:bodyPr>
          <a:lstStyle/>
          <a:p>
            <a:r>
              <a:rPr lang="en-US" sz="4000" b="1">
                <a:solidFill>
                  <a:schemeClr val="accent1"/>
                </a:solidFill>
              </a:rPr>
              <a:t>Burden test workflow</a:t>
            </a:r>
          </a:p>
        </p:txBody>
      </p:sp>
      <p:sp>
        <p:nvSpPr>
          <p:cNvPr id="3" name="Content Placeholder 2">
            <a:extLst>
              <a:ext uri="{FF2B5EF4-FFF2-40B4-BE49-F238E27FC236}">
                <a16:creationId xmlns:a16="http://schemas.microsoft.com/office/drawing/2014/main" id="{73BE7006-89ED-92ED-B726-B5E68D039D7B}"/>
              </a:ext>
            </a:extLst>
          </p:cNvPr>
          <p:cNvSpPr>
            <a:spLocks noGrp="1"/>
          </p:cNvSpPr>
          <p:nvPr>
            <p:ph idx="1"/>
          </p:nvPr>
        </p:nvSpPr>
        <p:spPr/>
        <p:txBody>
          <a:bodyPr/>
          <a:lstStyle/>
          <a:p>
            <a:pPr marL="514350" indent="-514350">
              <a:buFont typeface="+mj-lt"/>
              <a:buAutoNum type="arabicPeriod"/>
            </a:pPr>
            <a:r>
              <a:rPr lang="en-US" sz="2400"/>
              <a:t>Use domain expertise to decide on parameters and key covariates</a:t>
            </a:r>
          </a:p>
          <a:p>
            <a:pPr marL="514350" indent="-514350">
              <a:buFont typeface="+mj-lt"/>
              <a:buAutoNum type="arabicPeriod"/>
            </a:pPr>
            <a:r>
              <a:rPr lang="en-US" sz="2400"/>
              <a:t>Annotate all observed variants with consequence, frequency, and bioinformatics predictions</a:t>
            </a:r>
          </a:p>
          <a:p>
            <a:pPr marL="514350" indent="-514350">
              <a:buFont typeface="+mj-lt"/>
              <a:buAutoNum type="arabicPeriod"/>
            </a:pPr>
            <a:r>
              <a:rPr lang="en-US" sz="2400"/>
              <a:t>Apply filters to determine the qualified variant set</a:t>
            </a:r>
          </a:p>
          <a:p>
            <a:pPr marL="514350" indent="-514350">
              <a:buFont typeface="+mj-lt"/>
              <a:buAutoNum type="arabicPeriod"/>
            </a:pPr>
            <a:r>
              <a:rPr lang="en-US" sz="2400"/>
              <a:t>Conduct statistical analysis to determine if cases and controls are assymetric in their qualified variant carrier burden for any genes</a:t>
            </a:r>
          </a:p>
          <a:p>
            <a:endParaRPr lang="en-US"/>
          </a:p>
        </p:txBody>
      </p:sp>
    </p:spTree>
    <p:extLst>
      <p:ext uri="{BB962C8B-B14F-4D97-AF65-F5344CB8AC3E}">
        <p14:creationId xmlns:p14="http://schemas.microsoft.com/office/powerpoint/2010/main" val="15661246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94371-5BFA-98E1-604E-C06BD5834CAB}"/>
              </a:ext>
            </a:extLst>
          </p:cNvPr>
          <p:cNvSpPr>
            <a:spLocks noGrp="1"/>
          </p:cNvSpPr>
          <p:nvPr>
            <p:ph type="title"/>
          </p:nvPr>
        </p:nvSpPr>
        <p:spPr/>
        <p:txBody>
          <a:bodyPr/>
          <a:lstStyle/>
          <a:p>
            <a:r>
              <a:rPr lang="en-US" b="1">
                <a:solidFill>
                  <a:schemeClr val="accent1"/>
                </a:solidFill>
              </a:rPr>
              <a:t>Note: ancestry stratification</a:t>
            </a:r>
          </a:p>
        </p:txBody>
      </p:sp>
      <p:sp>
        <p:nvSpPr>
          <p:cNvPr id="3" name="Content Placeholder 2">
            <a:extLst>
              <a:ext uri="{FF2B5EF4-FFF2-40B4-BE49-F238E27FC236}">
                <a16:creationId xmlns:a16="http://schemas.microsoft.com/office/drawing/2014/main" id="{8247032F-4E51-993B-9E71-E2E962E09734}"/>
              </a:ext>
            </a:extLst>
          </p:cNvPr>
          <p:cNvSpPr>
            <a:spLocks noGrp="1"/>
          </p:cNvSpPr>
          <p:nvPr>
            <p:ph idx="1"/>
          </p:nvPr>
        </p:nvSpPr>
        <p:spPr>
          <a:xfrm>
            <a:off x="838200" y="1690688"/>
            <a:ext cx="10515600" cy="4802187"/>
          </a:xfrm>
        </p:spPr>
        <p:txBody>
          <a:bodyPr>
            <a:normAutofit/>
          </a:bodyPr>
          <a:lstStyle/>
          <a:p>
            <a:r>
              <a:rPr lang="en-US" sz="2400"/>
              <a:t>Controlling for relatedness and stratification within the analysis-ready cohort is ESSENTIAL for accurately conducting genotype-to-phenotype studies</a:t>
            </a:r>
          </a:p>
          <a:p>
            <a:r>
              <a:rPr lang="en-US" sz="2400"/>
              <a:t>People who are more similar in general will be more similar at every gene, not just the gene(s) that are truly associated with your trait</a:t>
            </a:r>
          </a:p>
          <a:p>
            <a:pPr lvl="1"/>
            <a:r>
              <a:rPr lang="en-US" sz="2000"/>
              <a:t>This can create false positives (genomic inflation)</a:t>
            </a:r>
          </a:p>
          <a:p>
            <a:r>
              <a:rPr lang="en-US" sz="2400"/>
              <a:t>Diseases may have different genetic architecture in different populations, especially if you have founder effects (genetic heterogeneity; slide 7)</a:t>
            </a:r>
          </a:p>
          <a:p>
            <a:r>
              <a:rPr lang="en-US" sz="2400"/>
              <a:t>Best approach: consider ancestry and any known relatedness while recruiting cases and controls</a:t>
            </a:r>
          </a:p>
          <a:p>
            <a:r>
              <a:rPr lang="en-US" sz="2400"/>
              <a:t>Next best approach: incorporate principal components as covariates</a:t>
            </a:r>
          </a:p>
          <a:p>
            <a:pPr lvl="1"/>
            <a:r>
              <a:rPr lang="en-US" sz="2000"/>
              <a:t>For a highly multi-ethnic cohort, you may need to go further and use meta-analysis techniques</a:t>
            </a:r>
          </a:p>
        </p:txBody>
      </p:sp>
    </p:spTree>
    <p:extLst>
      <p:ext uri="{BB962C8B-B14F-4D97-AF65-F5344CB8AC3E}">
        <p14:creationId xmlns:p14="http://schemas.microsoft.com/office/powerpoint/2010/main" val="2063840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14b77578-9773-42d5-8507-251ca2dc2b06}" enabled="0" method="" siteId="{14b77578-9773-42d5-8507-251ca2dc2b06}" removed="1"/>
</clbl:labelList>
</file>

<file path=docProps/app.xml><?xml version="1.0" encoding="utf-8"?>
<Properties xmlns="http://schemas.openxmlformats.org/officeDocument/2006/extended-properties" xmlns:vt="http://schemas.openxmlformats.org/officeDocument/2006/docPropsVTypes">
  <TotalTime>8241</TotalTime>
  <Words>2606</Words>
  <Application>Microsoft Macintosh PowerPoint</Application>
  <PresentationFormat>Widescreen</PresentationFormat>
  <Paragraphs>211</Paragraphs>
  <Slides>24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Aptos</vt:lpstr>
      <vt:lpstr>Aptos Display</vt:lpstr>
      <vt:lpstr>Arial</vt:lpstr>
      <vt:lpstr>Cambria Math</vt:lpstr>
      <vt:lpstr>Office Theme</vt:lpstr>
      <vt:lpstr>ACE Workshop: Rare disease genetics and burden testing</vt:lpstr>
      <vt:lpstr>Genetic variation and disease</vt:lpstr>
      <vt:lpstr>A fundamental component of disease-focused research is distinguishing variants that matter from variants that are unrelated to the trait of interest</vt:lpstr>
      <vt:lpstr>Rare Genetic Disease</vt:lpstr>
      <vt:lpstr>Definitions:</vt:lpstr>
      <vt:lpstr>Principles of rare genetic disease association</vt:lpstr>
      <vt:lpstr>Principles of rare genetic disease association</vt:lpstr>
      <vt:lpstr>Burden Test and Sequence Kernel Association (SKAT) Tests for Gene-Disease Association</vt:lpstr>
      <vt:lpstr>Statistical model comparison</vt:lpstr>
      <vt:lpstr>Principles of rare genetic disease association</vt:lpstr>
      <vt:lpstr>Variant annotation: how to know if a variant is rare</vt:lpstr>
      <vt:lpstr>Variant annotation: how to know if a variant is rare</vt:lpstr>
      <vt:lpstr>ClinVar: https://www.ncbi.nlm.nih.gov/clinvar/</vt:lpstr>
      <vt:lpstr>ClinVar resource: variant page</vt:lpstr>
      <vt:lpstr>gnomAD: GeNOMe Aggregation Database</vt:lpstr>
      <vt:lpstr>gnomAD resource</vt:lpstr>
      <vt:lpstr>Variant annotation: how to know if a variant is functional </vt:lpstr>
      <vt:lpstr>Variant annotation: how to know if a variant is functional // LOSS-OF-FUNCTION</vt:lpstr>
      <vt:lpstr>PowerPoint Presentation</vt:lpstr>
      <vt:lpstr>Variant annotation: how to know if a variant is functional // MISSENSE</vt:lpstr>
      <vt:lpstr>Variant annotation: how to know if a variant is functional // MISSENSE</vt:lpstr>
      <vt:lpstr>Principles of rare genetic disease association</vt:lpstr>
      <vt:lpstr>Burden test workflow</vt:lpstr>
      <vt:lpstr>Note: ancestry stratification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Berghout, Joanne (NIH/NIAID) [C]</dc:creator>
  <cp:lastModifiedBy>Berghout, Joanne (NIH/NIAID) [C]</cp:lastModifiedBy>
  <cp:revision>1</cp:revision>
  <dcterms:created xsi:type="dcterms:W3CDTF">2026-08-24T20:16:27Z</dcterms:created>
  <dcterms:modified xsi:type="dcterms:W3CDTF">2026-09-07T20:40:54Z</dcterms:modified>
</cp:coreProperties>
</file>